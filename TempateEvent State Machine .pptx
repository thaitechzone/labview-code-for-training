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58" r:id="rId4"/>
    <p:sldId id="260" r:id="rId5"/>
    <p:sldId id="261" r:id="rId6"/>
    <p:sldId id="256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FC64F-1371-473D-8C0F-9A215F2EA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A24D0B-8CD8-4494-9FBB-070C194FA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B9F10-4977-4894-9E2A-011977043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1F0D-9A74-4BCF-936C-28269B3A442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37A0D-800A-4D36-A78B-80F3301C4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8FB1F-6099-4498-AE50-1D72C930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BA4B-3B5D-4685-B01C-017F1B32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09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9B547-8203-4CF8-9AEA-2CCEF189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683D5-10F0-4FC0-AEC3-AB3407E15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7DC1E-B459-436A-94AF-0752BDB7A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1F0D-9A74-4BCF-936C-28269B3A442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97CA-039A-48CC-BD0A-E28651B4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3DF03-CD60-4AD9-A025-44917BD96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BA4B-3B5D-4685-B01C-017F1B32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4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451C6-BC04-4465-8999-1F7C2B860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B3233-118F-4C1D-A3B1-C4C1B3113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6BE7A-4568-4B7C-B86C-EFC69FDF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1F0D-9A74-4BCF-936C-28269B3A442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842BA-41BE-4C2F-AC24-9F66B5C39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EDBD7-177B-4D32-AF8B-6CED68E85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BA4B-3B5D-4685-B01C-017F1B32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9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A3D6-7532-4425-B47D-065EE1CD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2E3FC-1E90-41D9-A19A-191B32194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4BDEB-5BE2-4EDC-8E46-7DDDA266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66139-8DEB-4F65-BAB0-AE74CAF4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1F0D-9A74-4BCF-936C-28269B3A442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5B42B-8C8F-4DFB-A8CE-20683047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16FDE-085C-4540-AB58-FD6D7148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BA4B-3B5D-4685-B01C-017F1B32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92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6ACBA-451B-48C6-849C-A0907CCE8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5262A-E57C-4AA3-B5D5-4E4C7090A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1B9DA-81BF-47B8-B329-8222E4FDB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4D6702-BAD1-49C7-8D32-21E950F99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F4001-7C85-4C87-8C44-0D5FD3481A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79F463-A9D7-4922-A621-DDB1F1F5A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1F0D-9A74-4BCF-936C-28269B3A442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32AB74-0958-447C-BBAF-60781DF3E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5DC036-AF50-4DC0-9724-8584B7807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BA4B-3B5D-4685-B01C-017F1B32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31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FCD22-C68B-4054-A811-9D1910D89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A3FA62-7E96-404F-9FBC-B1B126241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1F0D-9A74-4BCF-936C-28269B3A442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9C14B-4939-4807-B5F5-95F03E8E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79D40-3E8C-4C54-86BB-6D6FD780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BA4B-3B5D-4685-B01C-017F1B32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4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13909-1EB9-4447-8205-479A53211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1F0D-9A74-4BCF-936C-28269B3A442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038626-155A-4E9E-8755-C63DE2D44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78966-991F-4B96-95C0-3CDB80D9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BA4B-3B5D-4685-B01C-017F1B32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83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65E88-C3A5-4C56-B63B-5B9861717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7BADA-6D52-45D1-84E3-11BD0B4D9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45D05-F2D1-4F6E-B003-B9DAA7C1B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EC33F-6778-41C7-BED5-32DF4262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1F0D-9A74-4BCF-936C-28269B3A442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98186-95F5-4FE0-A73C-06683C0C5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D35F6-A0EA-4A0D-8089-8E9C75E96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BA4B-3B5D-4685-B01C-017F1B32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33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D4216-C548-4C77-8D94-926B6B4A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2234C-C198-4FD6-B08B-DB2223155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96446-B139-4B98-9034-3C1676A28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A0700-99BA-433F-A9E3-CD3C41A2A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1F0D-9A74-4BCF-936C-28269B3A442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DD5E5-D798-4B82-B4B4-01F46243C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11313-8834-42A7-8B08-A93664D08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BA4B-3B5D-4685-B01C-017F1B32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80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D3842-E6F9-40CA-851C-E9B5BE776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29288-1527-4094-96C0-29FA3E642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116A5-3F81-4CEB-9B0B-DF9433B0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1F0D-9A74-4BCF-936C-28269B3A442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B0026-BED6-45B6-AC6F-5259F17A8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317E9-3BE1-42AD-BF7B-5049D6D4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BA4B-3B5D-4685-B01C-017F1B32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8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D8397-974D-4901-939C-80D30188F6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6935D-A2F3-4290-B8B4-D409E8E7F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9B58D-D7F1-4AEB-81A4-C62D24C6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1F0D-9A74-4BCF-936C-28269B3A442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1AD58-AA95-40D9-BF32-0A8D2F33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16B33-F287-4A7A-8D6C-620E2CA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BA4B-3B5D-4685-B01C-017F1B32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65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255DB-0D81-4F31-B05E-EB0268104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4DA66-B4B6-470D-A652-33BCB2082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3957A-DFCB-4C8D-8FBE-C615BFFA7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01F0D-9A74-4BCF-936C-28269B3A442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506E2-A1C5-401D-BBB7-68162A889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4DC87-E136-4639-AE37-E0C95EFE9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1BA4B-3B5D-4685-B01C-017F1B32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5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76255-BC0E-122C-B49F-2C1D5431F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47EB4E-C10B-70F0-B859-4D281F4E7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5465"/>
            <a:ext cx="9144000" cy="2387600"/>
          </a:xfrm>
        </p:spPr>
        <p:txBody>
          <a:bodyPr/>
          <a:lstStyle/>
          <a:p>
            <a:r>
              <a:rPr lang="en-US" b="1" dirty="0"/>
              <a:t>STATE MACHINE</a:t>
            </a:r>
            <a:br>
              <a:rPr lang="en-US" b="1" dirty="0"/>
            </a:br>
            <a:r>
              <a:rPr lang="en-US" b="1" dirty="0"/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172378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30CCB-5B8E-0723-710D-68EE84910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58AB78-5981-7FBF-FFB8-A1EA125C01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804" y="365125"/>
            <a:ext cx="11157785" cy="570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629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2B9724-6C01-C0AF-9335-41E0B848D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9" y="533149"/>
            <a:ext cx="11789162" cy="579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38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C974-14F2-5CAA-7B84-ED2CAC0B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A3E3137-3E14-CCE1-3653-8F8A995CAE87}"/>
              </a:ext>
            </a:extLst>
          </p:cNvPr>
          <p:cNvGrpSpPr/>
          <p:nvPr/>
        </p:nvGrpSpPr>
        <p:grpSpPr>
          <a:xfrm>
            <a:off x="1538403" y="915489"/>
            <a:ext cx="7288356" cy="5613919"/>
            <a:chOff x="2527449" y="1090747"/>
            <a:chExt cx="5949851" cy="49243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3F782E2-8247-F86D-29F0-7C6EFFE21DB9}"/>
                </a:ext>
              </a:extLst>
            </p:cNvPr>
            <p:cNvSpPr/>
            <p:nvPr/>
          </p:nvSpPr>
          <p:spPr>
            <a:xfrm>
              <a:off x="4887391" y="1090747"/>
              <a:ext cx="1820092" cy="566057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initialization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033E054-D85B-B112-FA76-E2121292FFC1}"/>
                </a:ext>
              </a:extLst>
            </p:cNvPr>
            <p:cNvSpPr/>
            <p:nvPr/>
          </p:nvSpPr>
          <p:spPr>
            <a:xfrm>
              <a:off x="4855847" y="2177145"/>
              <a:ext cx="1820091" cy="566057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/>
                <a:t>Acquisition Data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D95B248-46E3-0564-A1BA-2222FAD5D455}"/>
                </a:ext>
              </a:extLst>
            </p:cNvPr>
            <p:cNvSpPr/>
            <p:nvPr/>
          </p:nvSpPr>
          <p:spPr>
            <a:xfrm>
              <a:off x="4855846" y="2884715"/>
              <a:ext cx="1820091" cy="566057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/>
                <a:t>Processing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4AE200E-3FE5-BF62-4424-6A6DC66D95D3}"/>
                </a:ext>
              </a:extLst>
            </p:cNvPr>
            <p:cNvSpPr/>
            <p:nvPr/>
          </p:nvSpPr>
          <p:spPr>
            <a:xfrm>
              <a:off x="4855846" y="3635835"/>
              <a:ext cx="1820091" cy="566057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/>
                <a:t>Update Display Data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04DF134-8C7C-7A0F-15CC-1489E41B8236}"/>
                </a:ext>
              </a:extLst>
            </p:cNvPr>
            <p:cNvSpPr/>
            <p:nvPr/>
          </p:nvSpPr>
          <p:spPr>
            <a:xfrm>
              <a:off x="4855846" y="4393480"/>
              <a:ext cx="1820091" cy="566057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/>
                <a:t>Logging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59CBAF1-D502-422B-B078-E21A8BC8A2A0}"/>
                </a:ext>
              </a:extLst>
            </p:cNvPr>
            <p:cNvSpPr/>
            <p:nvPr/>
          </p:nvSpPr>
          <p:spPr>
            <a:xfrm>
              <a:off x="7322596" y="4475121"/>
              <a:ext cx="1154704" cy="566057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/>
                <a:t>Stop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43ECAFB-9EA1-7A55-C7F6-57E29A2146D9}"/>
                </a:ext>
              </a:extLst>
            </p:cNvPr>
            <p:cNvCxnSpPr>
              <a:cxnSpLocks/>
            </p:cNvCxnSpPr>
            <p:nvPr/>
          </p:nvCxnSpPr>
          <p:spPr>
            <a:xfrm>
              <a:off x="6473466" y="2677889"/>
              <a:ext cx="0" cy="337454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A00D6B2-5A14-7AF0-33B9-06CB6D6228C8}"/>
                </a:ext>
              </a:extLst>
            </p:cNvPr>
            <p:cNvCxnSpPr>
              <a:cxnSpLocks/>
            </p:cNvCxnSpPr>
            <p:nvPr/>
          </p:nvCxnSpPr>
          <p:spPr>
            <a:xfrm>
              <a:off x="5154120" y="3341910"/>
              <a:ext cx="0" cy="337454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A67A58C-1C45-142B-488A-9588583AE4B8}"/>
                </a:ext>
              </a:extLst>
            </p:cNvPr>
            <p:cNvCxnSpPr>
              <a:cxnSpLocks/>
            </p:cNvCxnSpPr>
            <p:nvPr/>
          </p:nvCxnSpPr>
          <p:spPr>
            <a:xfrm>
              <a:off x="6262282" y="4137667"/>
              <a:ext cx="0" cy="337454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552D32-EE44-AB55-52AA-CF306D758466}"/>
                </a:ext>
              </a:extLst>
            </p:cNvPr>
            <p:cNvSpPr/>
            <p:nvPr/>
          </p:nvSpPr>
          <p:spPr>
            <a:xfrm>
              <a:off x="2527449" y="2415944"/>
              <a:ext cx="2328398" cy="2543593"/>
            </a:xfrm>
            <a:custGeom>
              <a:avLst/>
              <a:gdLst>
                <a:gd name="connsiteX0" fmla="*/ 1419532 w 1454367"/>
                <a:gd name="connsiteY0" fmla="*/ 3718560 h 4049756"/>
                <a:gd name="connsiteX1" fmla="*/ 35 w 1454367"/>
                <a:gd name="connsiteY1" fmla="*/ 3683726 h 4049756"/>
                <a:gd name="connsiteX2" fmla="*/ 1454367 w 1454367"/>
                <a:gd name="connsiteY2" fmla="*/ 0 h 404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4367" h="4049756">
                  <a:moveTo>
                    <a:pt x="1419532" y="3718560"/>
                  </a:moveTo>
                  <a:cubicBezTo>
                    <a:pt x="706880" y="4011023"/>
                    <a:pt x="-5771" y="4303486"/>
                    <a:pt x="35" y="3683726"/>
                  </a:cubicBezTo>
                  <a:cubicBezTo>
                    <a:pt x="5841" y="3063966"/>
                    <a:pt x="730104" y="1531983"/>
                    <a:pt x="1454367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44CE74A6-8097-821F-13D5-1F47FA5175F2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6675937" y="4676509"/>
              <a:ext cx="695247" cy="0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7796424-54BE-7CAA-B269-84975BDB1BC9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flipH="1">
              <a:off x="7899947" y="5041178"/>
              <a:ext cx="1" cy="407900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CBBAD8E-DCFE-E8DF-5373-B7BC5954F08B}"/>
                </a:ext>
              </a:extLst>
            </p:cNvPr>
            <p:cNvSpPr/>
            <p:nvPr/>
          </p:nvSpPr>
          <p:spPr>
            <a:xfrm>
              <a:off x="7717521" y="5420331"/>
              <a:ext cx="364851" cy="33745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6DB0BF-91C0-BA9E-F676-BEEE6C7312D6}"/>
                </a:ext>
              </a:extLst>
            </p:cNvPr>
            <p:cNvSpPr txBox="1"/>
            <p:nvPr/>
          </p:nvSpPr>
          <p:spPr>
            <a:xfrm>
              <a:off x="7258697" y="5753525"/>
              <a:ext cx="121860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1100" dirty="0">
                  <a:latin typeface="Prompt" panose="00000500000000000000" pitchFamily="2" charset="-34"/>
                  <a:cs typeface="Prompt" panose="00000500000000000000" pitchFamily="2" charset="-34"/>
                </a:rPr>
                <a:t>ออกจากโปรแกรม</a:t>
              </a:r>
              <a:endParaRPr lang="en-US" sz="1100" dirty="0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9FBBFBFA-CC4E-856A-C4B0-858F4A74329D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5797437" y="1656804"/>
              <a:ext cx="0" cy="520341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BDBDE9C6-F391-8609-9A8B-AB8594C86CFE}"/>
              </a:ext>
            </a:extLst>
          </p:cNvPr>
          <p:cNvSpPr txBox="1"/>
          <p:nvPr/>
        </p:nvSpPr>
        <p:spPr>
          <a:xfrm>
            <a:off x="9006316" y="392269"/>
            <a:ext cx="2689927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rompt" panose="00000500000000000000" pitchFamily="2" charset="-34"/>
                <a:cs typeface="Prompt" panose="00000500000000000000" pitchFamily="2" charset="-34"/>
              </a:rPr>
              <a:t>Flow diagram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B9758BF-BE09-DABE-B11B-731FE9961D7D}"/>
              </a:ext>
            </a:extLst>
          </p:cNvPr>
          <p:cNvSpPr txBox="1"/>
          <p:nvPr/>
        </p:nvSpPr>
        <p:spPr>
          <a:xfrm>
            <a:off x="10043269" y="1079502"/>
            <a:ext cx="1652974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Prompt" panose="00000500000000000000" pitchFamily="2" charset="-34"/>
                <a:cs typeface="Prompt" panose="00000500000000000000" pitchFamily="2" charset="-34"/>
              </a:rPr>
              <a:t>LABVIEW</a:t>
            </a:r>
          </a:p>
          <a:p>
            <a:r>
              <a:rPr lang="en-US" dirty="0">
                <a:latin typeface="Prompt" panose="00000500000000000000" pitchFamily="2" charset="-34"/>
                <a:cs typeface="Prompt" panose="00000500000000000000" pitchFamily="2" charset="-34"/>
              </a:rPr>
              <a:t>STATE MACHINE</a:t>
            </a:r>
          </a:p>
        </p:txBody>
      </p:sp>
    </p:spTree>
    <p:extLst>
      <p:ext uri="{BB962C8B-B14F-4D97-AF65-F5344CB8AC3E}">
        <p14:creationId xmlns:p14="http://schemas.microsoft.com/office/powerpoint/2010/main" val="1889945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87A541-5D7D-B2B7-FEDA-B4EEF8F1D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5465"/>
            <a:ext cx="9144000" cy="2387600"/>
          </a:xfrm>
        </p:spPr>
        <p:txBody>
          <a:bodyPr/>
          <a:lstStyle/>
          <a:p>
            <a:r>
              <a:rPr lang="en-US" b="1" dirty="0"/>
              <a:t>EVENT STATE MACHINE</a:t>
            </a:r>
            <a:br>
              <a:rPr lang="en-US" b="1" dirty="0"/>
            </a:br>
            <a:r>
              <a:rPr lang="en-US" b="1" dirty="0"/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725500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192EE1-1335-D815-4C10-521ECFE74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50" y="449322"/>
            <a:ext cx="11545300" cy="59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895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5D3DD2-AB0A-4CC6-957E-8414282A76C7}"/>
              </a:ext>
            </a:extLst>
          </p:cNvPr>
          <p:cNvSpPr/>
          <p:nvPr/>
        </p:nvSpPr>
        <p:spPr>
          <a:xfrm>
            <a:off x="6020439" y="705392"/>
            <a:ext cx="1820092" cy="56605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initialization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C9D1CD-D97D-4626-BDF4-0B03A4985FF5}"/>
              </a:ext>
            </a:extLst>
          </p:cNvPr>
          <p:cNvSpPr/>
          <p:nvPr/>
        </p:nvSpPr>
        <p:spPr>
          <a:xfrm>
            <a:off x="6020439" y="1791790"/>
            <a:ext cx="1820092" cy="93181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Wait for Event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EF76F6-C466-4EF2-8890-BBC2769A209E}"/>
              </a:ext>
            </a:extLst>
          </p:cNvPr>
          <p:cNvSpPr/>
          <p:nvPr/>
        </p:nvSpPr>
        <p:spPr>
          <a:xfrm>
            <a:off x="3100888" y="1948544"/>
            <a:ext cx="962297" cy="5660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Start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997C4F-B928-4847-AC0D-C71D9230E811}"/>
              </a:ext>
            </a:extLst>
          </p:cNvPr>
          <p:cNvSpPr/>
          <p:nvPr/>
        </p:nvSpPr>
        <p:spPr>
          <a:xfrm>
            <a:off x="3100887" y="2664823"/>
            <a:ext cx="962297" cy="5660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Pause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B4D4C3-8A7F-45E4-98E1-94185A8CEF48}"/>
              </a:ext>
            </a:extLst>
          </p:cNvPr>
          <p:cNvSpPr/>
          <p:nvPr/>
        </p:nvSpPr>
        <p:spPr>
          <a:xfrm>
            <a:off x="6020439" y="3805640"/>
            <a:ext cx="1820091" cy="56605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Acquisition Data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F921857-33E0-4076-80B3-1DF5AE49044E}"/>
              </a:ext>
            </a:extLst>
          </p:cNvPr>
          <p:cNvSpPr/>
          <p:nvPr/>
        </p:nvSpPr>
        <p:spPr>
          <a:xfrm>
            <a:off x="3119301" y="3435682"/>
            <a:ext cx="962297" cy="5660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Stop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1C1A44-2F46-4949-875F-9DAAD27D4BF0}"/>
              </a:ext>
            </a:extLst>
          </p:cNvPr>
          <p:cNvSpPr/>
          <p:nvPr/>
        </p:nvSpPr>
        <p:spPr>
          <a:xfrm>
            <a:off x="6020438" y="4513210"/>
            <a:ext cx="1820091" cy="56605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Processing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081B218-25F7-4ABC-A46D-04777D0769B9}"/>
              </a:ext>
            </a:extLst>
          </p:cNvPr>
          <p:cNvSpPr/>
          <p:nvPr/>
        </p:nvSpPr>
        <p:spPr>
          <a:xfrm>
            <a:off x="6020438" y="5264330"/>
            <a:ext cx="1820091" cy="56605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Update Display Data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484CA5-6541-4036-AE36-7DAE75C32284}"/>
              </a:ext>
            </a:extLst>
          </p:cNvPr>
          <p:cNvSpPr/>
          <p:nvPr/>
        </p:nvSpPr>
        <p:spPr>
          <a:xfrm>
            <a:off x="6020438" y="6021975"/>
            <a:ext cx="1820091" cy="56605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Logging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3D3161-A708-46D2-A5B0-0C5DC9F636FC}"/>
              </a:ext>
            </a:extLst>
          </p:cNvPr>
          <p:cNvSpPr/>
          <p:nvPr/>
        </p:nvSpPr>
        <p:spPr>
          <a:xfrm>
            <a:off x="8545740" y="2745826"/>
            <a:ext cx="1154704" cy="56605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Exit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77118AE-8426-4D5B-BDBC-76983B724DD4}"/>
              </a:ext>
            </a:extLst>
          </p:cNvPr>
          <p:cNvSpPr/>
          <p:nvPr/>
        </p:nvSpPr>
        <p:spPr>
          <a:xfrm>
            <a:off x="6020438" y="2915191"/>
            <a:ext cx="1820092" cy="69015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Start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9EF1EEF-5473-4357-9A84-2CD59C771827}"/>
              </a:ext>
            </a:extLst>
          </p:cNvPr>
          <p:cNvSpPr/>
          <p:nvPr/>
        </p:nvSpPr>
        <p:spPr>
          <a:xfrm>
            <a:off x="8545742" y="1913063"/>
            <a:ext cx="1154703" cy="56605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Pause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2CD7344-FF43-4F49-8828-AA35908C1E43}"/>
              </a:ext>
            </a:extLst>
          </p:cNvPr>
          <p:cNvGrpSpPr/>
          <p:nvPr/>
        </p:nvGrpSpPr>
        <p:grpSpPr>
          <a:xfrm>
            <a:off x="8945248" y="5473727"/>
            <a:ext cx="1219200" cy="584870"/>
            <a:chOff x="8549640" y="246408"/>
            <a:chExt cx="1219200" cy="58487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EFD7891-9138-48C7-BF49-78347ABDED51}"/>
                </a:ext>
              </a:extLst>
            </p:cNvPr>
            <p:cNvSpPr/>
            <p:nvPr/>
          </p:nvSpPr>
          <p:spPr>
            <a:xfrm>
              <a:off x="8549641" y="365761"/>
              <a:ext cx="498565" cy="148045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0B8B8-A0C9-4B4F-93A0-8684B3A60697}"/>
                </a:ext>
              </a:extLst>
            </p:cNvPr>
            <p:cNvSpPr txBox="1"/>
            <p:nvPr/>
          </p:nvSpPr>
          <p:spPr>
            <a:xfrm>
              <a:off x="9124496" y="246408"/>
              <a:ext cx="644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state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A4E1F61-71FC-4840-A9A9-E719B27C9413}"/>
                </a:ext>
              </a:extLst>
            </p:cNvPr>
            <p:cNvSpPr/>
            <p:nvPr/>
          </p:nvSpPr>
          <p:spPr>
            <a:xfrm>
              <a:off x="8549640" y="598713"/>
              <a:ext cx="498565" cy="148045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B1CA8DB-2121-44F4-BA8E-BF60CF3107D8}"/>
                </a:ext>
              </a:extLst>
            </p:cNvPr>
            <p:cNvSpPr txBox="1"/>
            <p:nvPr/>
          </p:nvSpPr>
          <p:spPr>
            <a:xfrm>
              <a:off x="9124496" y="461946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GUI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353904C-DEBF-44A4-B14C-FEA16DD21CA0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4063185" y="2231572"/>
            <a:ext cx="1957254" cy="1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9C9DDB-84E9-4DF1-AD0E-304C3EE18908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063184" y="2231572"/>
            <a:ext cx="1957255" cy="716280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5706616-BB82-48F7-9533-F76E4C8E9DD8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081598" y="2408194"/>
            <a:ext cx="1938839" cy="1310517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9D20BCD-A372-4A87-A906-AD148EFC299A}"/>
              </a:ext>
            </a:extLst>
          </p:cNvPr>
          <p:cNvSpPr txBox="1"/>
          <p:nvPr/>
        </p:nvSpPr>
        <p:spPr>
          <a:xfrm>
            <a:off x="4372341" y="1948543"/>
            <a:ext cx="9428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100" dirty="0">
                <a:latin typeface="Prompt" panose="00000500000000000000" pitchFamily="2" charset="-34"/>
                <a:cs typeface="Prompt" panose="00000500000000000000" pitchFamily="2" charset="-34"/>
              </a:rPr>
              <a:t>สั่งเริ่มทำงาน</a:t>
            </a:r>
            <a:endParaRPr lang="en-US" sz="11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0849B8D-3570-473D-9976-0CDF9824AB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218"/>
          <a:stretch/>
        </p:blipFill>
        <p:spPr>
          <a:xfrm>
            <a:off x="482274" y="2812972"/>
            <a:ext cx="2340268" cy="336276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3803E62-A160-4B2D-A77A-9B0FD1E4B361}"/>
              </a:ext>
            </a:extLst>
          </p:cNvPr>
          <p:cNvSpPr txBox="1"/>
          <p:nvPr/>
        </p:nvSpPr>
        <p:spPr>
          <a:xfrm>
            <a:off x="1282601" y="2712163"/>
            <a:ext cx="662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GUI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1DEB4D-6799-405A-8831-37120B0495F8}"/>
              </a:ext>
            </a:extLst>
          </p:cNvPr>
          <p:cNvCxnSpPr>
            <a:cxnSpLocks/>
          </p:cNvCxnSpPr>
          <p:nvPr/>
        </p:nvCxnSpPr>
        <p:spPr>
          <a:xfrm>
            <a:off x="7309308" y="2705099"/>
            <a:ext cx="0" cy="337454"/>
          </a:xfrm>
          <a:prstGeom prst="straightConnector1">
            <a:avLst/>
          </a:prstGeom>
          <a:ln w="285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AAFC014-B25E-4DD3-8592-5CF4DB76F628}"/>
              </a:ext>
            </a:extLst>
          </p:cNvPr>
          <p:cNvCxnSpPr>
            <a:cxnSpLocks/>
          </p:cNvCxnSpPr>
          <p:nvPr/>
        </p:nvCxnSpPr>
        <p:spPr>
          <a:xfrm>
            <a:off x="6462401" y="3559627"/>
            <a:ext cx="0" cy="337454"/>
          </a:xfrm>
          <a:prstGeom prst="straightConnector1">
            <a:avLst/>
          </a:prstGeom>
          <a:ln w="285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CD48DD9-2939-49C0-9DAF-04808D6B77B4}"/>
              </a:ext>
            </a:extLst>
          </p:cNvPr>
          <p:cNvCxnSpPr>
            <a:cxnSpLocks/>
          </p:cNvCxnSpPr>
          <p:nvPr/>
        </p:nvCxnSpPr>
        <p:spPr>
          <a:xfrm>
            <a:off x="7638058" y="4306384"/>
            <a:ext cx="0" cy="337454"/>
          </a:xfrm>
          <a:prstGeom prst="straightConnector1">
            <a:avLst/>
          </a:prstGeom>
          <a:ln w="285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D485FEB-CC9F-441F-B457-0F0DE9326422}"/>
              </a:ext>
            </a:extLst>
          </p:cNvPr>
          <p:cNvCxnSpPr>
            <a:cxnSpLocks/>
          </p:cNvCxnSpPr>
          <p:nvPr/>
        </p:nvCxnSpPr>
        <p:spPr>
          <a:xfrm>
            <a:off x="6318712" y="4970405"/>
            <a:ext cx="0" cy="337454"/>
          </a:xfrm>
          <a:prstGeom prst="straightConnector1">
            <a:avLst/>
          </a:prstGeom>
          <a:ln w="285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1A8645D-B6A8-430A-95CF-5606E7A197D3}"/>
              </a:ext>
            </a:extLst>
          </p:cNvPr>
          <p:cNvCxnSpPr>
            <a:cxnSpLocks/>
          </p:cNvCxnSpPr>
          <p:nvPr/>
        </p:nvCxnSpPr>
        <p:spPr>
          <a:xfrm>
            <a:off x="7426874" y="5766162"/>
            <a:ext cx="0" cy="337454"/>
          </a:xfrm>
          <a:prstGeom prst="straightConnector1">
            <a:avLst/>
          </a:prstGeom>
          <a:ln w="285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C3C167C7-F54F-451E-BD1C-8B1F3229A3EC}"/>
              </a:ext>
            </a:extLst>
          </p:cNvPr>
          <p:cNvSpPr/>
          <p:nvPr/>
        </p:nvSpPr>
        <p:spPr>
          <a:xfrm>
            <a:off x="4590020" y="2473235"/>
            <a:ext cx="1454367" cy="4049756"/>
          </a:xfrm>
          <a:custGeom>
            <a:avLst/>
            <a:gdLst>
              <a:gd name="connsiteX0" fmla="*/ 1419532 w 1454367"/>
              <a:gd name="connsiteY0" fmla="*/ 3718560 h 4049756"/>
              <a:gd name="connsiteX1" fmla="*/ 35 w 1454367"/>
              <a:gd name="connsiteY1" fmla="*/ 3683726 h 4049756"/>
              <a:gd name="connsiteX2" fmla="*/ 1454367 w 1454367"/>
              <a:gd name="connsiteY2" fmla="*/ 0 h 4049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4367" h="4049756">
                <a:moveTo>
                  <a:pt x="1419532" y="3718560"/>
                </a:moveTo>
                <a:cubicBezTo>
                  <a:pt x="706880" y="4011023"/>
                  <a:pt x="-5771" y="4303486"/>
                  <a:pt x="35" y="3683726"/>
                </a:cubicBezTo>
                <a:cubicBezTo>
                  <a:pt x="5841" y="3063966"/>
                  <a:pt x="730104" y="1531983"/>
                  <a:pt x="1454367" y="0"/>
                </a:cubicBezTo>
              </a:path>
            </a:pathLst>
          </a:custGeom>
          <a:noFill/>
          <a:ln w="28575">
            <a:solidFill>
              <a:srgbClr val="FF0000"/>
            </a:solidFill>
            <a:prstDash val="sysDot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1691484-2B9F-4D94-8E14-EEAA2D2B8FED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7840529" y="2468604"/>
            <a:ext cx="705211" cy="560251"/>
          </a:xfrm>
          <a:prstGeom prst="straightConnector1">
            <a:avLst/>
          </a:prstGeom>
          <a:ln w="285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2192B66-19CA-481D-B96B-AF64A083BCD8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9123092" y="3311883"/>
            <a:ext cx="0" cy="755008"/>
          </a:xfrm>
          <a:prstGeom prst="straightConnector1">
            <a:avLst/>
          </a:prstGeom>
          <a:ln w="285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309DA75E-C2D7-4B6E-87CE-8C57604802C6}"/>
              </a:ext>
            </a:extLst>
          </p:cNvPr>
          <p:cNvSpPr/>
          <p:nvPr/>
        </p:nvSpPr>
        <p:spPr>
          <a:xfrm>
            <a:off x="8945248" y="4061460"/>
            <a:ext cx="364851" cy="337454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4142A5-3411-478F-8345-C260A7770DF3}"/>
              </a:ext>
            </a:extLst>
          </p:cNvPr>
          <p:cNvSpPr txBox="1"/>
          <p:nvPr/>
        </p:nvSpPr>
        <p:spPr>
          <a:xfrm>
            <a:off x="9270949" y="4112174"/>
            <a:ext cx="12186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100" dirty="0">
                <a:latin typeface="Prompt" panose="00000500000000000000" pitchFamily="2" charset="-34"/>
                <a:cs typeface="Prompt" panose="00000500000000000000" pitchFamily="2" charset="-34"/>
              </a:rPr>
              <a:t>ออกจากโปรแกรม</a:t>
            </a:r>
            <a:endParaRPr lang="en-US" sz="11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F2C25EB-4229-439B-90BE-DE00BACF70B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930485" y="1271449"/>
            <a:ext cx="0" cy="520341"/>
          </a:xfrm>
          <a:prstGeom prst="straightConnector1">
            <a:avLst/>
          </a:prstGeom>
          <a:ln w="285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4CAC8E4-A830-4B99-9E7E-E4D2AB8162EA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7816579" y="2196092"/>
            <a:ext cx="729163" cy="283028"/>
          </a:xfrm>
          <a:prstGeom prst="straightConnector1">
            <a:avLst/>
          </a:prstGeom>
          <a:ln w="285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206F9D8-C5BE-40BB-A792-6B5771866218}"/>
              </a:ext>
            </a:extLst>
          </p:cNvPr>
          <p:cNvCxnSpPr>
            <a:cxnSpLocks/>
          </p:cNvCxnSpPr>
          <p:nvPr/>
        </p:nvCxnSpPr>
        <p:spPr>
          <a:xfrm flipH="1" flipV="1">
            <a:off x="7635696" y="1851307"/>
            <a:ext cx="1030784" cy="200318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416D8407-5928-40C4-893E-640FECF98D7A}"/>
              </a:ext>
            </a:extLst>
          </p:cNvPr>
          <p:cNvSpPr txBox="1"/>
          <p:nvPr/>
        </p:nvSpPr>
        <p:spPr>
          <a:xfrm>
            <a:off x="254203" y="224317"/>
            <a:ext cx="2689927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rompt" panose="00000500000000000000" pitchFamily="2" charset="-34"/>
                <a:cs typeface="Prompt" panose="00000500000000000000" pitchFamily="2" charset="-34"/>
              </a:rPr>
              <a:t>Flow diagram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8FEE521-8CBC-4270-BE1A-CBC351D67189}"/>
              </a:ext>
            </a:extLst>
          </p:cNvPr>
          <p:cNvSpPr txBox="1"/>
          <p:nvPr/>
        </p:nvSpPr>
        <p:spPr>
          <a:xfrm>
            <a:off x="254204" y="851296"/>
            <a:ext cx="1652974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Prompt" panose="00000500000000000000" pitchFamily="2" charset="-34"/>
                <a:cs typeface="Prompt" panose="00000500000000000000" pitchFamily="2" charset="-34"/>
              </a:rPr>
              <a:t>LABVIEW</a:t>
            </a:r>
          </a:p>
          <a:p>
            <a:r>
              <a:rPr lang="en-US" dirty="0">
                <a:latin typeface="Prompt" panose="00000500000000000000" pitchFamily="2" charset="-34"/>
                <a:cs typeface="Prompt" panose="00000500000000000000" pitchFamily="2" charset="-34"/>
              </a:rPr>
              <a:t>EVENT </a:t>
            </a:r>
          </a:p>
          <a:p>
            <a:r>
              <a:rPr lang="en-US" dirty="0">
                <a:latin typeface="Prompt" panose="00000500000000000000" pitchFamily="2" charset="-34"/>
                <a:cs typeface="Prompt" panose="00000500000000000000" pitchFamily="2" charset="-34"/>
              </a:rPr>
              <a:t>STATE MACHINE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0AEF3D0-27D4-466B-BAD4-219379CF4AEB}"/>
              </a:ext>
            </a:extLst>
          </p:cNvPr>
          <p:cNvSpPr txBox="1"/>
          <p:nvPr/>
        </p:nvSpPr>
        <p:spPr>
          <a:xfrm rot="20494048">
            <a:off x="4235628" y="24494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100" dirty="0">
                <a:latin typeface="Prompt" panose="00000500000000000000" pitchFamily="2" charset="-34"/>
                <a:cs typeface="Prompt" panose="00000500000000000000" pitchFamily="2" charset="-34"/>
              </a:rPr>
              <a:t>สั่งพักทำงาน</a:t>
            </a:r>
            <a:endParaRPr lang="en-US" sz="11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25E784D-5D32-4DC9-BC6F-04C8C3D96F94}"/>
              </a:ext>
            </a:extLst>
          </p:cNvPr>
          <p:cNvSpPr txBox="1"/>
          <p:nvPr/>
        </p:nvSpPr>
        <p:spPr>
          <a:xfrm rot="20494048">
            <a:off x="4426047" y="3012343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100" dirty="0">
                <a:latin typeface="Prompt" panose="00000500000000000000" pitchFamily="2" charset="-34"/>
                <a:cs typeface="Prompt" panose="00000500000000000000" pitchFamily="2" charset="-34"/>
              </a:rPr>
              <a:t>สั่งหยุด</a:t>
            </a:r>
            <a:endParaRPr lang="en-US" sz="11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80859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63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Prompt</vt:lpstr>
      <vt:lpstr>Office Theme</vt:lpstr>
      <vt:lpstr>STATE MACHINE TEMPLATE</vt:lpstr>
      <vt:lpstr>PowerPoint Presentation</vt:lpstr>
      <vt:lpstr>PowerPoint Presentation</vt:lpstr>
      <vt:lpstr>PowerPoint Presentation</vt:lpstr>
      <vt:lpstr>EVENT STATE MACHINE TEMPLATE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nattaphol</dc:creator>
  <cp:lastModifiedBy>nattaphol jasungnuen</cp:lastModifiedBy>
  <cp:revision>9</cp:revision>
  <dcterms:created xsi:type="dcterms:W3CDTF">2024-04-24T04:33:57Z</dcterms:created>
  <dcterms:modified xsi:type="dcterms:W3CDTF">2026-08-28T12:39:08Z</dcterms:modified>
</cp:coreProperties>
</file>