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66" r:id="rId3"/>
    <p:sldId id="265" r:id="rId4"/>
    <p:sldId id="258" r:id="rId5"/>
    <p:sldId id="259" r:id="rId6"/>
    <p:sldId id="260" r:id="rId7"/>
    <p:sldId id="261" r:id="rId8"/>
    <p:sldId id="263" r:id="rId9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attaphol Jasungnuen" initials="NJ" lastIdx="1" clrIdx="0">
    <p:extLst>
      <p:ext uri="{19B8F6BF-5375-455C-9EA6-DF929625EA0E}">
        <p15:presenceInfo xmlns:p15="http://schemas.microsoft.com/office/powerpoint/2012/main" userId="1ec0a3d2d49a064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4-04-25T19:15:57.450" idx="1">
    <p:pos x="10" y="10"/>
    <p:text/>
    <p:extLst>
      <p:ext uri="{C676402C-5697-4E1C-873F-D02D1690AC5C}">
        <p15:threadingInfo xmlns:p15="http://schemas.microsoft.com/office/powerpoint/2012/main" timeZoneBias="-420"/>
      </p:ext>
    </p:extLst>
  </p:cm>
</p:cmLst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25T14:38:34.410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2011 13194 0,'17'0'110,"19"0"-95,-1 0 1,0 0-16,1 0 16,52 35-16,0-17 15,-17-18 1,34 17-16,19-17 0,-89 0 15,106 0 1,-53 0-16,18 0 0,18 0 16,-71 0-16,17 0 15,-17 0-15,0 0 16,-18 0-16,-17 0 16,17 0-16,-17 0 15,17 0 1,0 0-16,1 0 15,-1 0-15,0 0 16,36 0-16,-36 0 16,18 0-16,-18 0 15,53 0-15,1 0 16,-1 0-16,-53 0 16,36 0-16,-1 0 15,-17 0-15,-18 0 16,36 0-16,-18 0 15,17 0-15,-17 0 16,0 0-16,18 0 16,-36 0-16,0 0 15,1 0-15,-1 0 16,18 0-16,-18 0 16,0 0-16,36 0 15,-36 0-15,1 0 16,-1 0-16,-18 0 15,1 0-15,0 0 16,-1 0-16,1 0 16,35 18-1,-35-18 1,17 0 0,-17 18-16,17-18 15,0 0-15,0 0 16,-17 17-16,0-17 15,-1 0-15,1 0 16,0 0-16,17 0 16,-18 0-16,19 18 0,-1-18 15,-17 0-15,-1 0 16,1 0 0,0 0-16,-1 0 15,1 0-15,-1 0 16,1 0-16,0 0 15,-1 0 1,1 0-16,0 0 16,-1 0-1,1 0 1,0 0-16,-1 0 0,1 0 16,-1 0-1,1 0 16,0 0-15,-1 0 0,1 0-16,0 0 15,-1 0 1,1 0-16,0 0 16,-1 0-16,1 0 15,0 0-15,-1 0 16,1 0-1,-1 0 79,-34 0 109,-1 0-203,-17 0 16,-36 0-16,-35 0 0,18 0 16,-35-35-1,-18 35-15,17 0 16,18 0-16,-17 0 15,-36 0-15,106 0 16,-53 0-16,-17 0 16,35 0-16,0 0 15,35 0 1,0 0 0,-18 17-16,36-17 15,0 0-15,-1 0 16,19 0-16,-1 0 15,-17 0-15,0 0 16,-1 0-16,1 0 16,0 0-16,-1 0 15,-34 0-15,17 0 16,0 0 0,-18 0-16,-17 0 15,35 0-15,-35 0 16,35 0-16,-17 0 15,17 0-15,17 0 16,-34 0-16,35 0 16,-18 0-16,17 0 15,1 0-15,0 0 16,-36 0-16,1 0 16,17 36-1,0-36-15,-18 0 16,36 0-16,-18 0 15,36 0-15,-19 0 16,19 0-16,-1 0 16,-17 0-16,17 0 15,0 0-15,-17 0 16,18 0-16,-1 0 16,0 0-1,1 0-15,-1 0 16,0 0-1,1 0-15,-1 0 16,0 0 0,1 0 77,-1 0-77,1 0 0,-1 0-1,0 0-15,1 0 16,-1 0-16,0 0 31,1 0 0,-1 0-15,0 0 0,1 0-1,-1 0 1,0 0 15,1 0-15,-1 0 93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25T14:38:52.81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10530 3475 0,'18'0'93,"35"0"-93,35 0 16,18 0 0,17 0-16,-34 0 15,52 0-15,-71 0 16,54 0-16,-18 0 16,17 0-16,1 0 15,17 0-15,17 0 16,-34 0-16,-1 0 15,-70-18-15,53 18 16,-35 0-16,35 0 16,17 0-16,-17 0 15,17 0-15,1 0 16,-54 0-16,19 0 16,-19 0-16,-17 0 15,-18 0-15,36 0 16,-18 0-16,-18 0 15,18 0-15,0 0 16,0 0-16,0 0 16,-18 0-16,36 0 15,-36 0 1,18 0-16,-18 0 0,0 0 16,1 0-1,-1 0-15,-18 0 16,19 0-16,-19 0 15,1 0-15,17 0 16,-17 0-16,0 0 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25T14:38:53.916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13917 2910 0,'18'18'62,"-1"0"-62,19 17 16,-1-17-1,0 17 1,36 0-16,123 106 31,-141-123-31,-18 17 31,-17-35-31,-1 18 16,-17-1 93,-494 372-30,318-266-33,176-105-30,0-1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25T14:38:57.734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30568 3351 0,'18'0'32,"35"0"-17,70 0-15,-17 0 16,-35 0-16,34 0 15,54-17 1,-71 17-16,18 0 0,-35 0 16,-18 0-16,35 0 15,-53 0-15,0-18 16,36 18-16,-18 0 16,-18-18-16,36 18 15,-1-17-15,1 17 16,-18-18-16,17 18 15,-34 0-15,-1 0 16,0 0 0,0 0-16,-17-17 15,17 17-15,1 0 16,-1 0-16,0 0 16,-17 0-16,17 0 15,-17 0-15,17 0 16,-17 0-16,-1 0 15,1 0 1,0 0 15,-1 0-31,18 0 16,1 0-16,-1 0 16,0 0-16,-17 0 15,0 0-15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25T14:38:58.669"/>
    </inkml:context>
    <inkml:brush xml:id="br0">
      <inkml:brushProperty name="width" value="0.08819" units="cm"/>
      <inkml:brushProperty name="height" value="0.35278" units="cm"/>
      <inkml:brushProperty name="color" value="#FFFF00"/>
      <inkml:brushProperty name="tip" value="rectangle"/>
      <inkml:brushProperty name="rasterOp" value="maskPen"/>
    </inkml:brush>
  </inkml:definitions>
  <inkml:trace contextRef="#ctx0" brushRef="#br0">32597 2999 0,'17'0'125,"19"17"-125,-1 19 16,0-19-16,18 54 15,0-36-15,-18 0 16,36 18-16,-1 0 15,-52-35-15,17 17 16,-17 0-16,0-17 16,-1 0-1,-17-1-15,0 1 0,18-1 16,-18 1-16,17 0 16,-17-1-1,0 1-15,18 0 0,-18-1 16,0 1-1,0 0 1,0-1 0,0 1-16,0 17 15,0-17-15,-18 17 16,18-17-16,-17-1 16,-1-17-16,18 18 15,-17-18 1,-1 18-16,0-1 15,-17 1-15,17 0 16,-35 17-16,1 18 16,-1-36-16,-18 19 15,18 17-15,-17-53 16,17 17 0,35-17 15,0 0 94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1920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72.86527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4-04-25T14:48:57.5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3175 13511 0,'0'-17'15,"18"17"-15,-1-18 16,19 0 0,-1 18-16,35 0 15,-34 0 1,17 0-16,-1 0 0,107 0 15,-88 0 1,52 0-16,1 0 0,17 0 16,-53 0-1,0 0-15,-35 0 16,18 0-16,-54 0 16,1 0-1</inkml:trace>
  <inkml:trace contextRef="#ctx0" brushRef="#br0" timeOffset="2569.81">12365 7655 0,'17'0'94,"19"0"-79,-1 0-15,0 0 16,18 0-16,18 0 15,-36 0 1,-17 0-16,17 0 0,-17 0 16,-1 0-16</inkml:trace>
  <inkml:trace contextRef="#ctx0" brushRef="#br0" timeOffset="3611.9">25065 8237 0,'35'0'15,"0"18"-15,1 0 16,34-1-16,-34 19 15,-1-36-15,35 17 16,-34-17-16,-1 18 16,0-18-16,-17 0 15,-1 0-15,1 0 32</inkml:trace>
  <inkml:trace contextRef="#ctx0" brushRef="#br0" timeOffset="3970.27">25453 8308 0,'0'18'15,"0"-1"1,0 1-1,0-1-15,-18-17 16,1 18-16,17 0 16,-18-18-16,0 17 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0"/>
            <a:ext cx="3169920" cy="481727"/>
          </a:xfrm>
          <a:prstGeom prst="rect">
            <a:avLst/>
          </a:prstGeom>
        </p:spPr>
        <p:txBody>
          <a:bodyPr vert="horz" lIns="96661" tIns="48331" rIns="96661" bIns="48331" rtlCol="0"/>
          <a:lstStyle>
            <a:lvl1pPr algn="r">
              <a:defRPr sz="1300"/>
            </a:lvl1pPr>
          </a:lstStyle>
          <a:p>
            <a:fld id="{73642233-6BBB-46AB-8294-0630535027A1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7"/>
            <a:ext cx="5852160" cy="3780473"/>
          </a:xfrm>
          <a:prstGeom prst="rect">
            <a:avLst/>
          </a:prstGeom>
        </p:spPr>
        <p:txBody>
          <a:bodyPr vert="horz" lIns="96661" tIns="48331" rIns="96661" bIns="48331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4"/>
            <a:ext cx="3169920" cy="481726"/>
          </a:xfrm>
          <a:prstGeom prst="rect">
            <a:avLst/>
          </a:prstGeom>
        </p:spPr>
        <p:txBody>
          <a:bodyPr vert="horz" lIns="96661" tIns="48331" rIns="96661" bIns="48331" rtlCol="0" anchor="b"/>
          <a:lstStyle>
            <a:lvl1pPr algn="r">
              <a:defRPr sz="1300"/>
            </a:lvl1pPr>
          </a:lstStyle>
          <a:p>
            <a:fld id="{AA896594-300B-4D55-8272-19362DFFE7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815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E8B94-D597-4FD7-ADD6-CE7EEDDC80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0F913D-8155-458A-B35B-A6DF252E2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38BD6F-C7EB-416D-ADB3-B6564E23D9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78A52C-4482-4FB6-A8EC-154B97941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B72C12-67DB-4AB7-BB8C-BD193A339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059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A73204-C38C-4D02-90FF-718DD56184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4FBC9B-4651-4480-9BCE-289D5CC42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04CF9A-64EF-4D09-A49C-D66ABE61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A0E62-0DA0-4C8B-9834-5148FCBBA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427CC6-BC1C-4047-9BC2-D03407A4F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2594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6A48B-E705-4756-8B5D-1FBBFC1E2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231970-3F09-49A0-A4DE-0486DC404E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444A79-FD70-4661-A569-70BE49151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7E9124-F336-4A73-A256-DF7715A4C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C1511-98D3-42F0-864D-208878477F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74794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160A-6D73-4B03-89E1-E8AE73E1A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68EE9D-2116-49FC-AE59-16BCD310516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053A27-D6B7-4BCC-ABD2-5E9BD027EA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836DED-F3B9-4D90-8F58-EA677F2479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6CCDF2-EA73-45DF-9D57-08A9FAF65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B341E7-FBBB-4864-AAF6-5E1A934FA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04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F9A90-8E4F-432D-87CB-75173C919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39C05-BD3F-4DE8-85A0-223953A30C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048AF-73E6-448F-9CFF-FA4F70CEE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695EFF4-4A34-49A2-AD8A-9EA4FD4543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A14027-A83D-408C-88B4-D44BE367C4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2B75AFB-B292-48AB-AD2F-2B7FFCD1D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DE42EA-ACB6-44F8-9E87-318E23FEA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ED6AEA-00B3-4BC9-9EB8-BFE1D561ED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5983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3D4CC-2387-44AF-9BDB-95CF037F70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FCEE423-423B-4E25-8010-3BF72ED4D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20799D-5791-4ADC-BF94-17167F273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EBA8034-18D8-4F21-A3D5-D68F79B94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6203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979C26-3C4B-4CFF-9A6F-764B46DEF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E46616-167F-4608-A527-C7DE809079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F9EAFB-922A-4954-9EDD-FFC7B22C27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2730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58555-CA96-4F1D-8CF5-1A5068DE2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2AC0BD-82D1-4131-80C2-9D02426E4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7FB9648-D10D-4971-898B-7F214DFE43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9EAC5-543C-4CA2-B2BE-9E9DBD25F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0E5BBB-16CE-4F5D-A4AA-2A3238031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6D4693A-3422-48FF-9274-450CBAB418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23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154F1-4B1F-48C7-9D78-7758EA171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0E2625-59F0-4C89-8484-32FDACEF187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37D06D4-FA76-443A-9D09-B1043DCF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547F7C-6309-4CBA-9D73-CF2FCD9F5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AB1B72-60AA-4F65-AE07-B007554E43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B33CDE-2754-43D7-B033-208FEA3AC2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94599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CD6-044C-4D04-93A2-C375FD039F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43218-FDC5-4FE6-BA47-A52E3E43A54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CA4777-5C70-4B0E-ACC6-6FA22225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95CC39-9564-47AA-957E-FC6FB0BA6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41B695-D8D5-41D4-B3A2-9CFADD7493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56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C0085A6-64D6-4CC6-89E2-80DC18800E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FD58801-7FE1-4CA4-9217-B4101D747A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CD50A-2AFA-4075-8F39-D6FB73AB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0E0582-FD61-41B7-A32D-9F576E65B3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91A994-21F9-4883-98D4-1F93D826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78497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7A080A-0860-4C29-BC98-75C8061B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B84B54-17F1-4388-B8D3-FDD25F1AF8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3ADB04-C6AF-4A23-9663-AF888B673F3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FE201-A0FE-458E-91A2-A0BBF5EB0E6D}" type="datetimeFigureOut">
              <a:rPr lang="en-US" smtClean="0"/>
              <a:t>4/25/2024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A73FB1-9758-44B3-8059-25709C5793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CBD1F-A119-4FA2-91D5-2D82CB5CC0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1937AE-243D-44ED-9D95-65E169D38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2897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comments" Target="../comments/comment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customXml" Target="../ink/ink2.xml"/><Relationship Id="rId18" Type="http://schemas.openxmlformats.org/officeDocument/2006/relationships/image" Target="../media/image14.emf"/><Relationship Id="rId3" Type="http://schemas.openxmlformats.org/officeDocument/2006/relationships/image" Target="../media/image2.png"/><Relationship Id="rId21" Type="http://schemas.openxmlformats.org/officeDocument/2006/relationships/image" Target="../media/image16.png"/><Relationship Id="rId7" Type="http://schemas.openxmlformats.org/officeDocument/2006/relationships/image" Target="../media/image6.png"/><Relationship Id="rId12" Type="http://schemas.openxmlformats.org/officeDocument/2006/relationships/image" Target="../media/image11.emf"/><Relationship Id="rId17" Type="http://schemas.openxmlformats.org/officeDocument/2006/relationships/customXml" Target="../ink/ink4.xml"/><Relationship Id="rId2" Type="http://schemas.openxmlformats.org/officeDocument/2006/relationships/image" Target="../media/image1.png"/><Relationship Id="rId16" Type="http://schemas.openxmlformats.org/officeDocument/2006/relationships/image" Target="../media/image13.emf"/><Relationship Id="rId20" Type="http://schemas.openxmlformats.org/officeDocument/2006/relationships/image" Target="../media/image15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customXml" Target="../ink/ink1.xml"/><Relationship Id="rId5" Type="http://schemas.openxmlformats.org/officeDocument/2006/relationships/image" Target="../media/image4.png"/><Relationship Id="rId15" Type="http://schemas.openxmlformats.org/officeDocument/2006/relationships/customXml" Target="../ink/ink3.xml"/><Relationship Id="rId23" Type="http://schemas.openxmlformats.org/officeDocument/2006/relationships/image" Target="../media/image17.emf"/><Relationship Id="rId10" Type="http://schemas.openxmlformats.org/officeDocument/2006/relationships/image" Target="../media/image9.png"/><Relationship Id="rId19" Type="http://schemas.openxmlformats.org/officeDocument/2006/relationships/customXml" Target="../ink/ink5.xml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2.emf"/><Relationship Id="rId22" Type="http://schemas.openxmlformats.org/officeDocument/2006/relationships/customXml" Target="../ink/ink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28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56F4736-40F6-48AA-8216-B3DCB196AE5C}"/>
              </a:ext>
            </a:extLst>
          </p:cNvPr>
          <p:cNvCxnSpPr>
            <a:cxnSpLocks/>
          </p:cNvCxnSpPr>
          <p:nvPr/>
        </p:nvCxnSpPr>
        <p:spPr>
          <a:xfrm flipV="1">
            <a:off x="5890976" y="3502415"/>
            <a:ext cx="12700" cy="2544103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E02D54D-06A7-4575-877C-721DA3C88D0E}"/>
              </a:ext>
            </a:extLst>
          </p:cNvPr>
          <p:cNvSpPr/>
          <p:nvPr/>
        </p:nvSpPr>
        <p:spPr>
          <a:xfrm>
            <a:off x="8621486" y="3039157"/>
            <a:ext cx="1846217" cy="7663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3A278-F458-4098-9AC5-6C2A4F35B30D}"/>
              </a:ext>
            </a:extLst>
          </p:cNvPr>
          <p:cNvSpPr/>
          <p:nvPr/>
        </p:nvSpPr>
        <p:spPr>
          <a:xfrm>
            <a:off x="696686" y="3048000"/>
            <a:ext cx="1846217" cy="7663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Initialize_queue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08D3A-7976-4999-9176-55F6FBC14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1" y="1535087"/>
            <a:ext cx="1390650" cy="600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30F4DC-7C6B-479B-90D6-A2C8088C9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05" y="1525973"/>
            <a:ext cx="1695450" cy="9429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C3C36A-41B0-4AD1-822B-47153230D366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6DC6D7-CCE0-453F-85FA-CE40C781C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504" y="3110322"/>
            <a:ext cx="1369031" cy="2408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270199-5A47-4840-A23B-5E9E7461F348}"/>
              </a:ext>
            </a:extLst>
          </p:cNvPr>
          <p:cNvSpPr/>
          <p:nvPr/>
        </p:nvSpPr>
        <p:spPr>
          <a:xfrm>
            <a:off x="3158490" y="3048000"/>
            <a:ext cx="1846217" cy="766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dequeue_state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F1B5F4-3EB5-4DF8-AD7F-42BEB5DAD0F7}"/>
              </a:ext>
            </a:extLst>
          </p:cNvPr>
          <p:cNvCxnSpPr>
            <a:stCxn id="5" idx="3"/>
            <a:endCxn id="13" idx="1"/>
          </p:cNvCxnSpPr>
          <p:nvPr/>
        </p:nvCxnSpPr>
        <p:spPr>
          <a:xfrm>
            <a:off x="2542903" y="3431177"/>
            <a:ext cx="615587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4643135-ACC9-45FE-ACC7-9B7958B6E39D}"/>
              </a:ext>
            </a:extLst>
          </p:cNvPr>
          <p:cNvSpPr/>
          <p:nvPr/>
        </p:nvSpPr>
        <p:spPr>
          <a:xfrm>
            <a:off x="5440135" y="4741546"/>
            <a:ext cx="899705" cy="6591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9A9C5-B9E2-4BB3-9684-F49F0DB7C3C3}"/>
              </a:ext>
            </a:extLst>
          </p:cNvPr>
          <p:cNvSpPr/>
          <p:nvPr/>
        </p:nvSpPr>
        <p:spPr>
          <a:xfrm>
            <a:off x="8621484" y="4832305"/>
            <a:ext cx="1846217" cy="47515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E420EC-E11F-457D-846A-1BF99EF2A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208" y="4713243"/>
            <a:ext cx="1581150" cy="23812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EBDCC5-C7EA-48F8-9BEE-F62BECA5455F}"/>
              </a:ext>
            </a:extLst>
          </p:cNvPr>
          <p:cNvCxnSpPr>
            <a:cxnSpLocks/>
            <a:stCxn id="16" idx="6"/>
            <a:endCxn id="17" idx="1"/>
          </p:cNvCxnSpPr>
          <p:nvPr/>
        </p:nvCxnSpPr>
        <p:spPr>
          <a:xfrm flipV="1">
            <a:off x="6339840" y="5069884"/>
            <a:ext cx="2281644" cy="1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6EB83A9-13B3-44F9-B179-1C5C20515130}"/>
              </a:ext>
            </a:extLst>
          </p:cNvPr>
          <p:cNvSpPr/>
          <p:nvPr/>
        </p:nvSpPr>
        <p:spPr>
          <a:xfrm>
            <a:off x="5440134" y="5594986"/>
            <a:ext cx="899705" cy="6591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62C0743-B471-40B2-AC84-FC43FAC6F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208" y="5400675"/>
            <a:ext cx="1581150" cy="23812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401ED7-8F33-4C1D-85D6-B5A532F30832}"/>
              </a:ext>
            </a:extLst>
          </p:cNvPr>
          <p:cNvCxnSpPr>
            <a:cxnSpLocks/>
          </p:cNvCxnSpPr>
          <p:nvPr/>
        </p:nvCxnSpPr>
        <p:spPr>
          <a:xfrm>
            <a:off x="6339839" y="5924550"/>
            <a:ext cx="2281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D865958-D257-4765-B598-5B9C521ABBD5}"/>
              </a:ext>
            </a:extLst>
          </p:cNvPr>
          <p:cNvSpPr/>
          <p:nvPr/>
        </p:nvSpPr>
        <p:spPr>
          <a:xfrm>
            <a:off x="8621484" y="5675946"/>
            <a:ext cx="1846217" cy="47515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391F71-8E47-4BEB-9002-A0DF5C6840DB}"/>
              </a:ext>
            </a:extLst>
          </p:cNvPr>
          <p:cNvCxnSpPr>
            <a:stCxn id="17" idx="3"/>
          </p:cNvCxnSpPr>
          <p:nvPr/>
        </p:nvCxnSpPr>
        <p:spPr>
          <a:xfrm flipV="1">
            <a:off x="10467701" y="5069883"/>
            <a:ext cx="287384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9B2730-28F5-451E-93C5-58D3B92941F5}"/>
              </a:ext>
            </a:extLst>
          </p:cNvPr>
          <p:cNvCxnSpPr>
            <a:cxnSpLocks/>
          </p:cNvCxnSpPr>
          <p:nvPr/>
        </p:nvCxnSpPr>
        <p:spPr>
          <a:xfrm>
            <a:off x="10755085" y="3373814"/>
            <a:ext cx="0" cy="324470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017234-7EF0-4411-A695-747AB82688BC}"/>
              </a:ext>
            </a:extLst>
          </p:cNvPr>
          <p:cNvCxnSpPr>
            <a:cxnSpLocks/>
          </p:cNvCxnSpPr>
          <p:nvPr/>
        </p:nvCxnSpPr>
        <p:spPr>
          <a:xfrm flipH="1">
            <a:off x="4081598" y="6618514"/>
            <a:ext cx="6673487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B62668-31D8-44B3-A5E9-E12F2FB08253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4081599" y="3814354"/>
            <a:ext cx="0" cy="280416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61EABBB-55DA-4E6C-9051-2E9C275C3718}"/>
              </a:ext>
            </a:extLst>
          </p:cNvPr>
          <p:cNvCxnSpPr/>
          <p:nvPr/>
        </p:nvCxnSpPr>
        <p:spPr>
          <a:xfrm flipV="1">
            <a:off x="10467701" y="5907133"/>
            <a:ext cx="287384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769D43-2B31-400B-8E85-6330BF311CC0}"/>
              </a:ext>
            </a:extLst>
          </p:cNvPr>
          <p:cNvCxnSpPr/>
          <p:nvPr/>
        </p:nvCxnSpPr>
        <p:spPr>
          <a:xfrm>
            <a:off x="2850696" y="1558834"/>
            <a:ext cx="0" cy="519901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3009156-B536-4E10-AB00-ADA10656C635}"/>
              </a:ext>
            </a:extLst>
          </p:cNvPr>
          <p:cNvSpPr txBox="1"/>
          <p:nvPr/>
        </p:nvSpPr>
        <p:spPr>
          <a:xfrm>
            <a:off x="598169" y="4559821"/>
            <a:ext cx="1831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Initialization zone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4241A2-8AB2-4887-B438-46BB378DFCA1}"/>
              </a:ext>
            </a:extLst>
          </p:cNvPr>
          <p:cNvSpPr txBox="1"/>
          <p:nvPr/>
        </p:nvSpPr>
        <p:spPr>
          <a:xfrm>
            <a:off x="688577" y="4929153"/>
            <a:ext cx="2026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 Data Cluster</a:t>
            </a:r>
          </a:p>
          <a:p>
            <a:r>
              <a:rPr lang="en-US" sz="1200" dirty="0"/>
              <a:t>-Create Folder</a:t>
            </a:r>
          </a:p>
          <a:p>
            <a:r>
              <a:rPr lang="en-US" sz="1200" dirty="0"/>
              <a:t>-Template Root Directory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153144-D56B-4B2B-B3A8-60708EFF90C6}"/>
              </a:ext>
            </a:extLst>
          </p:cNvPr>
          <p:cNvCxnSpPr>
            <a:cxnSpLocks/>
            <a:stCxn id="13" idx="3"/>
            <a:endCxn id="4" idx="1"/>
          </p:cNvCxnSpPr>
          <p:nvPr/>
        </p:nvCxnSpPr>
        <p:spPr>
          <a:xfrm flipV="1">
            <a:off x="5004707" y="3422334"/>
            <a:ext cx="3616779" cy="8843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477B271-75C8-409A-911F-3CAC12116235}"/>
              </a:ext>
            </a:extLst>
          </p:cNvPr>
          <p:cNvSpPr txBox="1"/>
          <p:nvPr/>
        </p:nvSpPr>
        <p:spPr>
          <a:xfrm>
            <a:off x="5743952" y="3123438"/>
            <a:ext cx="292068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954B7DE-D4F0-4EEA-871E-3D0278184EB9}"/>
              </a:ext>
            </a:extLst>
          </p:cNvPr>
          <p:cNvCxnSpPr>
            <a:cxnSpLocks/>
          </p:cNvCxnSpPr>
          <p:nvPr/>
        </p:nvCxnSpPr>
        <p:spPr>
          <a:xfrm>
            <a:off x="7757975" y="3014550"/>
            <a:ext cx="0" cy="62810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107B10E-5BE3-4857-B6F8-EBB747BDB1D7}"/>
              </a:ext>
            </a:extLst>
          </p:cNvPr>
          <p:cNvSpPr txBox="1"/>
          <p:nvPr/>
        </p:nvSpPr>
        <p:spPr>
          <a:xfrm>
            <a:off x="5995430" y="30145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4066129-58B7-4986-844F-D66770C60D8B}"/>
              </a:ext>
            </a:extLst>
          </p:cNvPr>
          <p:cNvCxnSpPr/>
          <p:nvPr/>
        </p:nvCxnSpPr>
        <p:spPr>
          <a:xfrm flipV="1">
            <a:off x="10485118" y="3357445"/>
            <a:ext cx="287384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B2F09062-07F4-4FF0-86AC-DBD301F9B40F}"/>
              </a:ext>
            </a:extLst>
          </p:cNvPr>
          <p:cNvSpPr/>
          <p:nvPr/>
        </p:nvSpPr>
        <p:spPr>
          <a:xfrm>
            <a:off x="1006078" y="2140139"/>
            <a:ext cx="1302747" cy="29486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enqueue_states</a:t>
            </a: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B9143069-7D84-47A9-9E35-A130FDE79AD2}"/>
              </a:ext>
            </a:extLst>
          </p:cNvPr>
          <p:cNvSpPr/>
          <p:nvPr/>
        </p:nvSpPr>
        <p:spPr>
          <a:xfrm rot="5400000">
            <a:off x="1551592" y="2328650"/>
            <a:ext cx="209332" cy="1035427"/>
          </a:xfrm>
          <a:prstGeom prst="rightBrac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ED8D284-2FB8-48D2-8C50-20C0369C0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813" y="3734265"/>
            <a:ext cx="536313" cy="53631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D82CE1F-E9B2-4DFE-9030-97DB176F4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3381" y="2632530"/>
            <a:ext cx="636433" cy="6364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6B7BFF7-300A-49B7-A1D9-A3F4463A4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739" y="2786316"/>
            <a:ext cx="558299" cy="558299"/>
          </a:xfrm>
          <a:prstGeom prst="rect">
            <a:avLst/>
          </a:prstGeom>
        </p:spPr>
      </p:pic>
      <p:sp>
        <p:nvSpPr>
          <p:cNvPr id="73" name="Right Brace 72">
            <a:extLst>
              <a:ext uri="{FF2B5EF4-FFF2-40B4-BE49-F238E27FC236}">
                <a16:creationId xmlns:a16="http://schemas.microsoft.com/office/drawing/2014/main" id="{AD7D4F18-E23C-444E-8F3D-998954943636}"/>
              </a:ext>
            </a:extLst>
          </p:cNvPr>
          <p:cNvSpPr/>
          <p:nvPr/>
        </p:nvSpPr>
        <p:spPr>
          <a:xfrm rot="5400000">
            <a:off x="9327056" y="2069292"/>
            <a:ext cx="209332" cy="1035427"/>
          </a:xfrm>
          <a:prstGeom prst="rightBrac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EE336CD0-FC6C-4165-82A6-A424248F76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440" y="2410850"/>
            <a:ext cx="393412" cy="39341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DDD2E0D-AE9D-46F3-A240-4D68FBDF73AA}"/>
              </a:ext>
            </a:extLst>
          </p:cNvPr>
          <p:cNvSpPr txBox="1"/>
          <p:nvPr/>
        </p:nvSpPr>
        <p:spPr>
          <a:xfrm>
            <a:off x="4604696" y="4484298"/>
            <a:ext cx="1285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เพิ่ม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 event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ได้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CCD288-58FA-4E18-BCDE-E90D809C3E91}"/>
              </a:ext>
            </a:extLst>
          </p:cNvPr>
          <p:cNvSpPr txBox="1"/>
          <p:nvPr/>
        </p:nvSpPr>
        <p:spPr>
          <a:xfrm>
            <a:off x="6553284" y="4366165"/>
            <a:ext cx="1943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 event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ส่งเข้า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Dequeue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5CD8D0F3-15D7-4421-9305-15509F7C8C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949" y="4582297"/>
            <a:ext cx="369071" cy="36907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224F1D1C-2B07-4E69-AE65-BEA61EFFBE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4116" y="5412239"/>
            <a:ext cx="369071" cy="369071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1ADE188B-51D5-4CF9-B2B0-6EAA40EC3575}"/>
              </a:ext>
            </a:extLst>
          </p:cNvPr>
          <p:cNvSpPr txBox="1"/>
          <p:nvPr/>
        </p:nvSpPr>
        <p:spPr>
          <a:xfrm>
            <a:off x="6004985" y="3642658"/>
            <a:ext cx="2199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ไม่ว่าเกิด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Event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ใด จะเพิ่มการทำงานบังคับ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(qsm) schedule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D7C0746-AC89-4511-9039-472D1EEB6321}"/>
              </a:ext>
            </a:extLst>
          </p:cNvPr>
          <p:cNvCxnSpPr>
            <a:cxnSpLocks/>
          </p:cNvCxnSpPr>
          <p:nvPr/>
        </p:nvCxnSpPr>
        <p:spPr>
          <a:xfrm flipV="1">
            <a:off x="5190273" y="1781134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1374DEC-B507-485A-8890-5412C3BFF1E3}"/>
              </a:ext>
            </a:extLst>
          </p:cNvPr>
          <p:cNvSpPr/>
          <p:nvPr/>
        </p:nvSpPr>
        <p:spPr>
          <a:xfrm>
            <a:off x="5711495" y="1399005"/>
            <a:ext cx="1231515" cy="131499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TASK </a:t>
            </a:r>
            <a:b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</a:b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State</a:t>
            </a:r>
          </a:p>
          <a:p>
            <a:pPr algn="ctr"/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งานต่างๆ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EC6F7DF-3B98-4CDC-9813-1C8EB87E4196}"/>
              </a:ext>
            </a:extLst>
          </p:cNvPr>
          <p:cNvCxnSpPr>
            <a:cxnSpLocks/>
          </p:cNvCxnSpPr>
          <p:nvPr/>
        </p:nvCxnSpPr>
        <p:spPr>
          <a:xfrm flipV="1">
            <a:off x="5190273" y="1958943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F4E167D-9EC6-466A-B749-2FAE0EA201A9}"/>
              </a:ext>
            </a:extLst>
          </p:cNvPr>
          <p:cNvCxnSpPr>
            <a:cxnSpLocks/>
          </p:cNvCxnSpPr>
          <p:nvPr/>
        </p:nvCxnSpPr>
        <p:spPr>
          <a:xfrm flipV="1">
            <a:off x="5190273" y="2136752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3EBA29D-E1F7-4419-A2D0-BE85C4FBD6F6}"/>
              </a:ext>
            </a:extLst>
          </p:cNvPr>
          <p:cNvCxnSpPr>
            <a:cxnSpLocks/>
          </p:cNvCxnSpPr>
          <p:nvPr/>
        </p:nvCxnSpPr>
        <p:spPr>
          <a:xfrm flipV="1">
            <a:off x="5190273" y="2314560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296E76C-8D54-4C2B-996E-54DE7D417957}"/>
              </a:ext>
            </a:extLst>
          </p:cNvPr>
          <p:cNvSpPr/>
          <p:nvPr/>
        </p:nvSpPr>
        <p:spPr>
          <a:xfrm>
            <a:off x="5100566" y="1618340"/>
            <a:ext cx="75655" cy="818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0C40E08-BC06-4929-BDD3-1B10F9B0C14F}"/>
              </a:ext>
            </a:extLst>
          </p:cNvPr>
          <p:cNvCxnSpPr>
            <a:cxnSpLocks/>
          </p:cNvCxnSpPr>
          <p:nvPr/>
        </p:nvCxnSpPr>
        <p:spPr>
          <a:xfrm flipV="1">
            <a:off x="4081597" y="2039092"/>
            <a:ext cx="0" cy="6376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57E04EF-FED2-487A-9189-0D9CFDC26D78}"/>
              </a:ext>
            </a:extLst>
          </p:cNvPr>
          <p:cNvCxnSpPr>
            <a:cxnSpLocks/>
          </p:cNvCxnSpPr>
          <p:nvPr/>
        </p:nvCxnSpPr>
        <p:spPr>
          <a:xfrm>
            <a:off x="4078264" y="2039092"/>
            <a:ext cx="101804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BE720C0-50EB-4EC7-8B80-F99B42D8C175}"/>
              </a:ext>
            </a:extLst>
          </p:cNvPr>
          <p:cNvSpPr txBox="1"/>
          <p:nvPr/>
        </p:nvSpPr>
        <p:spPr>
          <a:xfrm>
            <a:off x="3176398" y="1782606"/>
            <a:ext cx="2199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ถึงคิวไหน คิวนั้นทำงาน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E328D5BB-0768-4A0D-A38E-D9E27DC4C95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37473"/>
          <a:stretch/>
        </p:blipFill>
        <p:spPr>
          <a:xfrm>
            <a:off x="7035504" y="1177628"/>
            <a:ext cx="1044156" cy="162415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F05DB665-ED39-431A-8668-73B58B18EF04}"/>
              </a:ext>
            </a:extLst>
          </p:cNvPr>
          <p:cNvSpPr txBox="1"/>
          <p:nvPr/>
        </p:nvSpPr>
        <p:spPr>
          <a:xfrm>
            <a:off x="7035504" y="938626"/>
            <a:ext cx="1695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TASK/ State</a:t>
            </a:r>
            <a:endParaRPr lang="en-US" sz="11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9912F6-B3BD-48AA-BE11-2B67E9A4480F}"/>
              </a:ext>
            </a:extLst>
          </p:cNvPr>
          <p:cNvSpPr txBox="1"/>
          <p:nvPr/>
        </p:nvSpPr>
        <p:spPr>
          <a:xfrm>
            <a:off x="3066357" y="2298980"/>
            <a:ext cx="872365" cy="26161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ออกจากคิว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325EF2-B6C5-4574-95CA-0E642FCCA6B4}"/>
              </a:ext>
            </a:extLst>
          </p:cNvPr>
          <p:cNvSpPr txBox="1"/>
          <p:nvPr/>
        </p:nvSpPr>
        <p:spPr>
          <a:xfrm>
            <a:off x="7935592" y="3075533"/>
            <a:ext cx="61889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เข้าคิว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354EE3-252C-475A-8685-84C9DCA33F48}"/>
              </a:ext>
            </a:extLst>
          </p:cNvPr>
          <p:cNvSpPr txBox="1"/>
          <p:nvPr/>
        </p:nvSpPr>
        <p:spPr>
          <a:xfrm>
            <a:off x="3041884" y="3935921"/>
            <a:ext cx="872365" cy="26161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ออกจากคิว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9F6673F-D4A8-46BF-AEBD-268B5A78DF42}"/>
              </a:ext>
            </a:extLst>
          </p:cNvPr>
          <p:cNvCxnSpPr>
            <a:cxnSpLocks/>
          </p:cNvCxnSpPr>
          <p:nvPr/>
        </p:nvCxnSpPr>
        <p:spPr>
          <a:xfrm>
            <a:off x="5585186" y="3052109"/>
            <a:ext cx="0" cy="62810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12DD7E1-4527-4B52-873C-CDE1394B5ECF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pic>
        <p:nvPicPr>
          <p:cNvPr id="62" name="Picture 61">
            <a:extLst>
              <a:ext uri="{FF2B5EF4-FFF2-40B4-BE49-F238E27FC236}">
                <a16:creationId xmlns:a16="http://schemas.microsoft.com/office/drawing/2014/main" id="{34455211-5E18-4D46-81AA-E306193AE556}"/>
              </a:ext>
            </a:extLst>
          </p:cNvPr>
          <p:cNvPicPr>
            <a:picLocks noChangeAspect="1"/>
          </p:cNvPicPr>
          <p:nvPr/>
        </p:nvPicPr>
        <p:blipFill>
          <a:blip r:embed="rId11">
            <a:alphaModFix amt="96000"/>
          </a:blip>
          <a:stretch>
            <a:fillRect/>
          </a:stretch>
        </p:blipFill>
        <p:spPr>
          <a:xfrm>
            <a:off x="2964288" y="1085805"/>
            <a:ext cx="8957622" cy="5225932"/>
          </a:xfrm>
          <a:prstGeom prst="rect">
            <a:avLst/>
          </a:prstGeom>
          <a:noFill/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405266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A56F4736-40F6-48AA-8216-B3DCB196AE5C}"/>
              </a:ext>
            </a:extLst>
          </p:cNvPr>
          <p:cNvCxnSpPr>
            <a:cxnSpLocks/>
          </p:cNvCxnSpPr>
          <p:nvPr/>
        </p:nvCxnSpPr>
        <p:spPr>
          <a:xfrm flipV="1">
            <a:off x="5890976" y="3502415"/>
            <a:ext cx="12700" cy="2544103"/>
          </a:xfrm>
          <a:prstGeom prst="straightConnector1">
            <a:avLst/>
          </a:prstGeom>
          <a:ln w="28575">
            <a:solidFill>
              <a:schemeClr val="accent6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>
            <a:extLst>
              <a:ext uri="{FF2B5EF4-FFF2-40B4-BE49-F238E27FC236}">
                <a16:creationId xmlns:a16="http://schemas.microsoft.com/office/drawing/2014/main" id="{2E02D54D-06A7-4575-877C-721DA3C88D0E}"/>
              </a:ext>
            </a:extLst>
          </p:cNvPr>
          <p:cNvSpPr/>
          <p:nvPr/>
        </p:nvSpPr>
        <p:spPr>
          <a:xfrm>
            <a:off x="8621486" y="3039157"/>
            <a:ext cx="1846217" cy="7663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A63A278-F458-4098-9AC5-6C2A4F35B30D}"/>
              </a:ext>
            </a:extLst>
          </p:cNvPr>
          <p:cNvSpPr/>
          <p:nvPr/>
        </p:nvSpPr>
        <p:spPr>
          <a:xfrm>
            <a:off x="696686" y="3048000"/>
            <a:ext cx="1846217" cy="7663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Initialize_queue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0F08D3A-7976-4999-9176-55F6FBC14E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861" y="1535087"/>
            <a:ext cx="1390650" cy="60007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730F4DC-7C6B-479B-90D6-A2C8088C9C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8805" y="1525973"/>
            <a:ext cx="1695450" cy="94297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C3C36A-41B0-4AD1-822B-47153230D366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06DC6D7-CCE0-453F-85FA-CE40C781C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1504" y="3110322"/>
            <a:ext cx="1369031" cy="240848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BD270199-5A47-4840-A23B-5E9E7461F348}"/>
              </a:ext>
            </a:extLst>
          </p:cNvPr>
          <p:cNvSpPr/>
          <p:nvPr/>
        </p:nvSpPr>
        <p:spPr>
          <a:xfrm>
            <a:off x="3158490" y="3048000"/>
            <a:ext cx="1846217" cy="766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dequeue_state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1F1B5F4-3EB5-4DF8-AD7F-42BEB5DAD0F7}"/>
              </a:ext>
            </a:extLst>
          </p:cNvPr>
          <p:cNvCxnSpPr>
            <a:stCxn id="5" idx="3"/>
            <a:endCxn id="13" idx="1"/>
          </p:cNvCxnSpPr>
          <p:nvPr/>
        </p:nvCxnSpPr>
        <p:spPr>
          <a:xfrm>
            <a:off x="2542903" y="3431177"/>
            <a:ext cx="615587" cy="0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84643135-ACC9-45FE-ACC7-9B7958B6E39D}"/>
              </a:ext>
            </a:extLst>
          </p:cNvPr>
          <p:cNvSpPr/>
          <p:nvPr/>
        </p:nvSpPr>
        <p:spPr>
          <a:xfrm>
            <a:off x="5440135" y="4741546"/>
            <a:ext cx="899705" cy="6591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C9A9C5-B9E2-4BB3-9684-F49F0DB7C3C3}"/>
              </a:ext>
            </a:extLst>
          </p:cNvPr>
          <p:cNvSpPr/>
          <p:nvPr/>
        </p:nvSpPr>
        <p:spPr>
          <a:xfrm>
            <a:off x="8621484" y="4832305"/>
            <a:ext cx="1846217" cy="47515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8E420EC-E11F-457D-846A-1BF99EF2A26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208" y="4713243"/>
            <a:ext cx="1581150" cy="238125"/>
          </a:xfrm>
          <a:prstGeom prst="rect">
            <a:avLst/>
          </a:prstGeom>
        </p:spPr>
      </p:pic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7EBDCC5-C7EA-48F8-9BEE-F62BECA5455F}"/>
              </a:ext>
            </a:extLst>
          </p:cNvPr>
          <p:cNvCxnSpPr>
            <a:cxnSpLocks/>
            <a:stCxn id="16" idx="6"/>
            <a:endCxn id="17" idx="1"/>
          </p:cNvCxnSpPr>
          <p:nvPr/>
        </p:nvCxnSpPr>
        <p:spPr>
          <a:xfrm flipV="1">
            <a:off x="6339840" y="5069884"/>
            <a:ext cx="2281644" cy="12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Oval 24">
            <a:extLst>
              <a:ext uri="{FF2B5EF4-FFF2-40B4-BE49-F238E27FC236}">
                <a16:creationId xmlns:a16="http://schemas.microsoft.com/office/drawing/2014/main" id="{E6EB83A9-13B3-44F9-B179-1C5C20515130}"/>
              </a:ext>
            </a:extLst>
          </p:cNvPr>
          <p:cNvSpPr/>
          <p:nvPr/>
        </p:nvSpPr>
        <p:spPr>
          <a:xfrm>
            <a:off x="5440134" y="5594986"/>
            <a:ext cx="899705" cy="659129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Event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E62C0743-B471-40B2-AC84-FC43FAC6F2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07208" y="5400675"/>
            <a:ext cx="1581150" cy="238125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A401ED7-8F33-4C1D-85D6-B5A532F30832}"/>
              </a:ext>
            </a:extLst>
          </p:cNvPr>
          <p:cNvCxnSpPr>
            <a:cxnSpLocks/>
          </p:cNvCxnSpPr>
          <p:nvPr/>
        </p:nvCxnSpPr>
        <p:spPr>
          <a:xfrm>
            <a:off x="6339839" y="5924550"/>
            <a:ext cx="228164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BD865958-D257-4765-B598-5B9C521ABBD5}"/>
              </a:ext>
            </a:extLst>
          </p:cNvPr>
          <p:cNvSpPr/>
          <p:nvPr/>
        </p:nvSpPr>
        <p:spPr>
          <a:xfrm>
            <a:off x="8621484" y="5675946"/>
            <a:ext cx="1846217" cy="475157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B391F71-8E47-4BEB-9002-A0DF5C6840DB}"/>
              </a:ext>
            </a:extLst>
          </p:cNvPr>
          <p:cNvCxnSpPr>
            <a:stCxn id="17" idx="3"/>
          </p:cNvCxnSpPr>
          <p:nvPr/>
        </p:nvCxnSpPr>
        <p:spPr>
          <a:xfrm flipV="1">
            <a:off x="10467701" y="5069883"/>
            <a:ext cx="287384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D9B2730-28F5-451E-93C5-58D3B92941F5}"/>
              </a:ext>
            </a:extLst>
          </p:cNvPr>
          <p:cNvCxnSpPr>
            <a:cxnSpLocks/>
          </p:cNvCxnSpPr>
          <p:nvPr/>
        </p:nvCxnSpPr>
        <p:spPr>
          <a:xfrm>
            <a:off x="10755085" y="3373814"/>
            <a:ext cx="0" cy="324470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3E017234-7EF0-4411-A695-747AB82688BC}"/>
              </a:ext>
            </a:extLst>
          </p:cNvPr>
          <p:cNvCxnSpPr>
            <a:cxnSpLocks/>
          </p:cNvCxnSpPr>
          <p:nvPr/>
        </p:nvCxnSpPr>
        <p:spPr>
          <a:xfrm flipH="1">
            <a:off x="4081598" y="6618514"/>
            <a:ext cx="6673487" cy="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CB62668-31D8-44B3-A5E9-E12F2FB08253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4081599" y="3814354"/>
            <a:ext cx="0" cy="2804160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561EABBB-55DA-4E6C-9051-2E9C275C3718}"/>
              </a:ext>
            </a:extLst>
          </p:cNvPr>
          <p:cNvCxnSpPr/>
          <p:nvPr/>
        </p:nvCxnSpPr>
        <p:spPr>
          <a:xfrm flipV="1">
            <a:off x="10467701" y="5907133"/>
            <a:ext cx="287384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27769D43-2B31-400B-8E85-6330BF311CC0}"/>
              </a:ext>
            </a:extLst>
          </p:cNvPr>
          <p:cNvCxnSpPr/>
          <p:nvPr/>
        </p:nvCxnSpPr>
        <p:spPr>
          <a:xfrm>
            <a:off x="2850696" y="1558834"/>
            <a:ext cx="0" cy="519901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93009156-B536-4E10-AB00-ADA10656C635}"/>
              </a:ext>
            </a:extLst>
          </p:cNvPr>
          <p:cNvSpPr txBox="1"/>
          <p:nvPr/>
        </p:nvSpPr>
        <p:spPr>
          <a:xfrm>
            <a:off x="598169" y="4559821"/>
            <a:ext cx="1831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Initialization zone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84241A2-8AB2-4887-B438-46BB378DFCA1}"/>
              </a:ext>
            </a:extLst>
          </p:cNvPr>
          <p:cNvSpPr txBox="1"/>
          <p:nvPr/>
        </p:nvSpPr>
        <p:spPr>
          <a:xfrm>
            <a:off x="688577" y="4929153"/>
            <a:ext cx="20263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- Data Cluster</a:t>
            </a:r>
          </a:p>
          <a:p>
            <a:r>
              <a:rPr lang="en-US" sz="1200" dirty="0"/>
              <a:t>-Create Folder</a:t>
            </a:r>
          </a:p>
          <a:p>
            <a:r>
              <a:rPr lang="en-US" sz="1200" dirty="0"/>
              <a:t>-Template Root Directory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60153144-D56B-4B2B-B3A8-60708EFF90C6}"/>
              </a:ext>
            </a:extLst>
          </p:cNvPr>
          <p:cNvCxnSpPr>
            <a:cxnSpLocks/>
            <a:stCxn id="13" idx="3"/>
            <a:endCxn id="4" idx="1"/>
          </p:cNvCxnSpPr>
          <p:nvPr/>
        </p:nvCxnSpPr>
        <p:spPr>
          <a:xfrm flipV="1">
            <a:off x="5004707" y="3422334"/>
            <a:ext cx="3616779" cy="8843"/>
          </a:xfrm>
          <a:prstGeom prst="straightConnector1">
            <a:avLst/>
          </a:prstGeom>
          <a:ln w="28575">
            <a:solidFill>
              <a:srgbClr val="00B050"/>
            </a:solidFill>
            <a:headEnd type="oval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E477B271-75C8-409A-911F-3CAC12116235}"/>
              </a:ext>
            </a:extLst>
          </p:cNvPr>
          <p:cNvSpPr txBox="1"/>
          <p:nvPr/>
        </p:nvSpPr>
        <p:spPr>
          <a:xfrm>
            <a:off x="5743952" y="3123438"/>
            <a:ext cx="292068" cy="369332"/>
          </a:xfrm>
          <a:prstGeom prst="rect">
            <a:avLst/>
          </a:prstGeom>
          <a:solidFill>
            <a:srgbClr val="00B0F0"/>
          </a:solidFill>
        </p:spPr>
        <p:txBody>
          <a:bodyPr wrap="none" rtlCol="0">
            <a:spAutoFit/>
          </a:bodyPr>
          <a:lstStyle/>
          <a:p>
            <a:r>
              <a:rPr lang="en-US" dirty="0"/>
              <a:t>?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954B7DE-D4F0-4EEA-871E-3D0278184EB9}"/>
              </a:ext>
            </a:extLst>
          </p:cNvPr>
          <p:cNvCxnSpPr>
            <a:cxnSpLocks/>
          </p:cNvCxnSpPr>
          <p:nvPr/>
        </p:nvCxnSpPr>
        <p:spPr>
          <a:xfrm>
            <a:off x="7757975" y="3014550"/>
            <a:ext cx="0" cy="62810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107B10E-5BE3-4857-B6F8-EBB747BDB1D7}"/>
              </a:ext>
            </a:extLst>
          </p:cNvPr>
          <p:cNvSpPr txBox="1"/>
          <p:nvPr/>
        </p:nvSpPr>
        <p:spPr>
          <a:xfrm>
            <a:off x="5995430" y="3014550"/>
            <a:ext cx="3385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+</a:t>
            </a:r>
          </a:p>
        </p:txBody>
      </p:sp>
      <p:cxnSp>
        <p:nvCxnSpPr>
          <p:cNvPr id="59" name="Straight Arrow Connector 58">
            <a:extLst>
              <a:ext uri="{FF2B5EF4-FFF2-40B4-BE49-F238E27FC236}">
                <a16:creationId xmlns:a16="http://schemas.microsoft.com/office/drawing/2014/main" id="{E4066129-58B7-4986-844F-D66770C60D8B}"/>
              </a:ext>
            </a:extLst>
          </p:cNvPr>
          <p:cNvCxnSpPr/>
          <p:nvPr/>
        </p:nvCxnSpPr>
        <p:spPr>
          <a:xfrm flipV="1">
            <a:off x="10485118" y="3357445"/>
            <a:ext cx="287384" cy="1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B2F09062-07F4-4FF0-86AC-DBD301F9B40F}"/>
              </a:ext>
            </a:extLst>
          </p:cNvPr>
          <p:cNvSpPr/>
          <p:nvPr/>
        </p:nvSpPr>
        <p:spPr>
          <a:xfrm>
            <a:off x="1006078" y="2140139"/>
            <a:ext cx="1302747" cy="29486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enqueue_states</a:t>
            </a:r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B9143069-7D84-47A9-9E35-A130FDE79AD2}"/>
              </a:ext>
            </a:extLst>
          </p:cNvPr>
          <p:cNvSpPr/>
          <p:nvPr/>
        </p:nvSpPr>
        <p:spPr>
          <a:xfrm rot="5400000">
            <a:off x="1551592" y="2328650"/>
            <a:ext cx="209332" cy="1035427"/>
          </a:xfrm>
          <a:prstGeom prst="rightBrac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6" name="Picture 65">
            <a:extLst>
              <a:ext uri="{FF2B5EF4-FFF2-40B4-BE49-F238E27FC236}">
                <a16:creationId xmlns:a16="http://schemas.microsoft.com/office/drawing/2014/main" id="{9ED8D284-2FB8-48D2-8C50-20C0369C0E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8813" y="3734265"/>
            <a:ext cx="536313" cy="536313"/>
          </a:xfrm>
          <a:prstGeom prst="rect">
            <a:avLst/>
          </a:prstGeom>
        </p:spPr>
      </p:pic>
      <p:pic>
        <p:nvPicPr>
          <p:cNvPr id="70" name="Picture 69">
            <a:extLst>
              <a:ext uri="{FF2B5EF4-FFF2-40B4-BE49-F238E27FC236}">
                <a16:creationId xmlns:a16="http://schemas.microsoft.com/office/drawing/2014/main" id="{2D82CE1F-E9B2-4DFE-9030-97DB176F4D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63381" y="2632530"/>
            <a:ext cx="636433" cy="636433"/>
          </a:xfrm>
          <a:prstGeom prst="rect">
            <a:avLst/>
          </a:prstGeom>
        </p:spPr>
      </p:pic>
      <p:pic>
        <p:nvPicPr>
          <p:cNvPr id="72" name="Picture 71">
            <a:extLst>
              <a:ext uri="{FF2B5EF4-FFF2-40B4-BE49-F238E27FC236}">
                <a16:creationId xmlns:a16="http://schemas.microsoft.com/office/drawing/2014/main" id="{46B7BFF7-300A-49B7-A1D9-A3F4463A43D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05739" y="2786316"/>
            <a:ext cx="558299" cy="558299"/>
          </a:xfrm>
          <a:prstGeom prst="rect">
            <a:avLst/>
          </a:prstGeom>
        </p:spPr>
      </p:pic>
      <p:sp>
        <p:nvSpPr>
          <p:cNvPr id="73" name="Right Brace 72">
            <a:extLst>
              <a:ext uri="{FF2B5EF4-FFF2-40B4-BE49-F238E27FC236}">
                <a16:creationId xmlns:a16="http://schemas.microsoft.com/office/drawing/2014/main" id="{AD7D4F18-E23C-444E-8F3D-998954943636}"/>
              </a:ext>
            </a:extLst>
          </p:cNvPr>
          <p:cNvSpPr/>
          <p:nvPr/>
        </p:nvSpPr>
        <p:spPr>
          <a:xfrm rot="5400000">
            <a:off x="9327056" y="2069292"/>
            <a:ext cx="209332" cy="1035427"/>
          </a:xfrm>
          <a:prstGeom prst="rightBrac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4" name="Picture 73">
            <a:extLst>
              <a:ext uri="{FF2B5EF4-FFF2-40B4-BE49-F238E27FC236}">
                <a16:creationId xmlns:a16="http://schemas.microsoft.com/office/drawing/2014/main" id="{EE336CD0-FC6C-4165-82A6-A424248F761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472440" y="2410850"/>
            <a:ext cx="393412" cy="393412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1DDD2E0D-AE9D-46F3-A240-4D68FBDF73AA}"/>
              </a:ext>
            </a:extLst>
          </p:cNvPr>
          <p:cNvSpPr txBox="1"/>
          <p:nvPr/>
        </p:nvSpPr>
        <p:spPr>
          <a:xfrm>
            <a:off x="4604696" y="4484298"/>
            <a:ext cx="128529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เพิ่ม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 event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ได้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6BCCD288-58FA-4E18-BCDE-E90D809C3E91}"/>
              </a:ext>
            </a:extLst>
          </p:cNvPr>
          <p:cNvSpPr txBox="1"/>
          <p:nvPr/>
        </p:nvSpPr>
        <p:spPr>
          <a:xfrm>
            <a:off x="6553284" y="4366165"/>
            <a:ext cx="19435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 event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ส่งเข้า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Dequeue</a:t>
            </a:r>
          </a:p>
        </p:txBody>
      </p:sp>
      <p:pic>
        <p:nvPicPr>
          <p:cNvPr id="78" name="Picture 77">
            <a:extLst>
              <a:ext uri="{FF2B5EF4-FFF2-40B4-BE49-F238E27FC236}">
                <a16:creationId xmlns:a16="http://schemas.microsoft.com/office/drawing/2014/main" id="{5CD8D0F3-15D7-4421-9305-15509F7C8CA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6949" y="4582297"/>
            <a:ext cx="369071" cy="369071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224F1D1C-2B07-4E69-AE65-BEA61EFFBE2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4116" y="5412239"/>
            <a:ext cx="369071" cy="369071"/>
          </a:xfrm>
          <a:prstGeom prst="rect">
            <a:avLst/>
          </a:prstGeom>
        </p:spPr>
      </p:pic>
      <p:sp>
        <p:nvSpPr>
          <p:cNvPr id="80" name="TextBox 79">
            <a:extLst>
              <a:ext uri="{FF2B5EF4-FFF2-40B4-BE49-F238E27FC236}">
                <a16:creationId xmlns:a16="http://schemas.microsoft.com/office/drawing/2014/main" id="{1ADE188B-51D5-4CF9-B2B0-6EAA40EC3575}"/>
              </a:ext>
            </a:extLst>
          </p:cNvPr>
          <p:cNvSpPr txBox="1"/>
          <p:nvPr/>
        </p:nvSpPr>
        <p:spPr>
          <a:xfrm>
            <a:off x="6004985" y="3642658"/>
            <a:ext cx="219936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ไม่ว่าเกิด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Event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ใด จะเพิ่มการทำงานบังคับ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(qsm) schedule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8D7C0746-AC89-4511-9039-472D1EEB6321}"/>
              </a:ext>
            </a:extLst>
          </p:cNvPr>
          <p:cNvCxnSpPr>
            <a:cxnSpLocks/>
          </p:cNvCxnSpPr>
          <p:nvPr/>
        </p:nvCxnSpPr>
        <p:spPr>
          <a:xfrm flipV="1">
            <a:off x="5190273" y="1781134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Rectangle: Rounded Corners 87">
            <a:extLst>
              <a:ext uri="{FF2B5EF4-FFF2-40B4-BE49-F238E27FC236}">
                <a16:creationId xmlns:a16="http://schemas.microsoft.com/office/drawing/2014/main" id="{21374DEC-B507-485A-8890-5412C3BFF1E3}"/>
              </a:ext>
            </a:extLst>
          </p:cNvPr>
          <p:cNvSpPr/>
          <p:nvPr/>
        </p:nvSpPr>
        <p:spPr>
          <a:xfrm>
            <a:off x="5711495" y="1399005"/>
            <a:ext cx="1231515" cy="1314993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TASK </a:t>
            </a:r>
            <a:b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</a:b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State</a:t>
            </a:r>
          </a:p>
          <a:p>
            <a:pPr algn="ctr"/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งานต่างๆ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4EC6F7DF-3B98-4CDC-9813-1C8EB87E4196}"/>
              </a:ext>
            </a:extLst>
          </p:cNvPr>
          <p:cNvCxnSpPr>
            <a:cxnSpLocks/>
          </p:cNvCxnSpPr>
          <p:nvPr/>
        </p:nvCxnSpPr>
        <p:spPr>
          <a:xfrm flipV="1">
            <a:off x="5190273" y="1958943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BF4E167D-9EC6-466A-B749-2FAE0EA201A9}"/>
              </a:ext>
            </a:extLst>
          </p:cNvPr>
          <p:cNvCxnSpPr>
            <a:cxnSpLocks/>
          </p:cNvCxnSpPr>
          <p:nvPr/>
        </p:nvCxnSpPr>
        <p:spPr>
          <a:xfrm flipV="1">
            <a:off x="5190273" y="2136752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53EBA29D-E1F7-4419-A2D0-BE85C4FBD6F6}"/>
              </a:ext>
            </a:extLst>
          </p:cNvPr>
          <p:cNvCxnSpPr>
            <a:cxnSpLocks/>
          </p:cNvCxnSpPr>
          <p:nvPr/>
        </p:nvCxnSpPr>
        <p:spPr>
          <a:xfrm flipV="1">
            <a:off x="5190273" y="2314560"/>
            <a:ext cx="507138" cy="1"/>
          </a:xfrm>
          <a:prstGeom prst="straightConnector1">
            <a:avLst/>
          </a:prstGeom>
          <a:ln w="28575">
            <a:solidFill>
              <a:srgbClr val="92D050"/>
            </a:solidFill>
            <a:prstDash val="soli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0296E76C-8D54-4C2B-996E-54DE7D417957}"/>
              </a:ext>
            </a:extLst>
          </p:cNvPr>
          <p:cNvSpPr/>
          <p:nvPr/>
        </p:nvSpPr>
        <p:spPr>
          <a:xfrm>
            <a:off x="5100566" y="1618340"/>
            <a:ext cx="75655" cy="81899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4" name="Straight Arrow Connector 93">
            <a:extLst>
              <a:ext uri="{FF2B5EF4-FFF2-40B4-BE49-F238E27FC236}">
                <a16:creationId xmlns:a16="http://schemas.microsoft.com/office/drawing/2014/main" id="{40C40E08-BC06-4929-BDD3-1B10F9B0C14F}"/>
              </a:ext>
            </a:extLst>
          </p:cNvPr>
          <p:cNvCxnSpPr>
            <a:cxnSpLocks/>
          </p:cNvCxnSpPr>
          <p:nvPr/>
        </p:nvCxnSpPr>
        <p:spPr>
          <a:xfrm flipV="1">
            <a:off x="4081597" y="2039092"/>
            <a:ext cx="0" cy="637637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B57E04EF-FED2-487A-9189-0D9CFDC26D78}"/>
              </a:ext>
            </a:extLst>
          </p:cNvPr>
          <p:cNvCxnSpPr>
            <a:cxnSpLocks/>
          </p:cNvCxnSpPr>
          <p:nvPr/>
        </p:nvCxnSpPr>
        <p:spPr>
          <a:xfrm>
            <a:off x="4078264" y="2039092"/>
            <a:ext cx="1018045" cy="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>
            <a:extLst>
              <a:ext uri="{FF2B5EF4-FFF2-40B4-BE49-F238E27FC236}">
                <a16:creationId xmlns:a16="http://schemas.microsoft.com/office/drawing/2014/main" id="{9BE720C0-50EB-4EC7-8B80-F99B42D8C175}"/>
              </a:ext>
            </a:extLst>
          </p:cNvPr>
          <p:cNvSpPr txBox="1"/>
          <p:nvPr/>
        </p:nvSpPr>
        <p:spPr>
          <a:xfrm>
            <a:off x="3176398" y="1782606"/>
            <a:ext cx="21993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ถึงคิวไหน คิวนั้นทำงาน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E328D5BB-0768-4A0D-A38E-D9E27DC4C95C}"/>
              </a:ext>
            </a:extLst>
          </p:cNvPr>
          <p:cNvPicPr>
            <a:picLocks noChangeAspect="1"/>
          </p:cNvPicPr>
          <p:nvPr/>
        </p:nvPicPr>
        <p:blipFill rotWithShape="1">
          <a:blip r:embed="rId10"/>
          <a:srcRect b="37473"/>
          <a:stretch/>
        </p:blipFill>
        <p:spPr>
          <a:xfrm>
            <a:off x="7035504" y="1177628"/>
            <a:ext cx="1044156" cy="1624150"/>
          </a:xfrm>
          <a:prstGeom prst="rect">
            <a:avLst/>
          </a:prstGeom>
        </p:spPr>
      </p:pic>
      <p:sp>
        <p:nvSpPr>
          <p:cNvPr id="104" name="TextBox 103">
            <a:extLst>
              <a:ext uri="{FF2B5EF4-FFF2-40B4-BE49-F238E27FC236}">
                <a16:creationId xmlns:a16="http://schemas.microsoft.com/office/drawing/2014/main" id="{F05DB665-ED39-431A-8668-73B58B18EF04}"/>
              </a:ext>
            </a:extLst>
          </p:cNvPr>
          <p:cNvSpPr txBox="1"/>
          <p:nvPr/>
        </p:nvSpPr>
        <p:spPr>
          <a:xfrm>
            <a:off x="7035504" y="938626"/>
            <a:ext cx="169545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TASK/ State</a:t>
            </a:r>
            <a:endParaRPr lang="en-US" sz="1100" dirty="0"/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DB9912F6-B3BD-48AA-BE11-2B67E9A4480F}"/>
              </a:ext>
            </a:extLst>
          </p:cNvPr>
          <p:cNvSpPr txBox="1"/>
          <p:nvPr/>
        </p:nvSpPr>
        <p:spPr>
          <a:xfrm>
            <a:off x="3066357" y="2298980"/>
            <a:ext cx="872365" cy="26161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ออกจากคิว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85325EF2-B6C5-4574-95CA-0E642FCCA6B4}"/>
              </a:ext>
            </a:extLst>
          </p:cNvPr>
          <p:cNvSpPr txBox="1"/>
          <p:nvPr/>
        </p:nvSpPr>
        <p:spPr>
          <a:xfrm>
            <a:off x="7935592" y="3075533"/>
            <a:ext cx="618891" cy="27699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เข้าคิว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99354EE3-252C-475A-8685-84C9DCA33F48}"/>
              </a:ext>
            </a:extLst>
          </p:cNvPr>
          <p:cNvSpPr txBox="1"/>
          <p:nvPr/>
        </p:nvSpPr>
        <p:spPr>
          <a:xfrm>
            <a:off x="3041884" y="3935921"/>
            <a:ext cx="872365" cy="261610"/>
          </a:xfrm>
          <a:prstGeom prst="rect">
            <a:avLst/>
          </a:prstGeom>
          <a:solidFill>
            <a:srgbClr val="FF0000"/>
          </a:solidFill>
        </p:spPr>
        <p:txBody>
          <a:bodyPr wrap="square">
            <a:spAutoFit/>
          </a:bodyPr>
          <a:lstStyle/>
          <a:p>
            <a:r>
              <a:rPr lang="th-TH" sz="1100" dirty="0">
                <a:latin typeface="Prompt" panose="00000500000000000000" pitchFamily="2" charset="-34"/>
                <a:cs typeface="Prompt" panose="00000500000000000000" pitchFamily="2" charset="-34"/>
              </a:rPr>
              <a:t>ออกจากคิว</a:t>
            </a:r>
            <a:endParaRPr lang="en-US" sz="11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cxnSp>
        <p:nvCxnSpPr>
          <p:cNvPr id="110" name="Straight Connector 109">
            <a:extLst>
              <a:ext uri="{FF2B5EF4-FFF2-40B4-BE49-F238E27FC236}">
                <a16:creationId xmlns:a16="http://schemas.microsoft.com/office/drawing/2014/main" id="{09F6673F-D4A8-46BF-AEBD-268B5A78DF42}"/>
              </a:ext>
            </a:extLst>
          </p:cNvPr>
          <p:cNvCxnSpPr>
            <a:cxnSpLocks/>
          </p:cNvCxnSpPr>
          <p:nvPr/>
        </p:nvCxnSpPr>
        <p:spPr>
          <a:xfrm>
            <a:off x="5585186" y="3052109"/>
            <a:ext cx="0" cy="628108"/>
          </a:xfrm>
          <a:prstGeom prst="line">
            <a:avLst/>
          </a:prstGeom>
          <a:ln>
            <a:prstDash val="dash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TextBox 110">
            <a:extLst>
              <a:ext uri="{FF2B5EF4-FFF2-40B4-BE49-F238E27FC236}">
                <a16:creationId xmlns:a16="http://schemas.microsoft.com/office/drawing/2014/main" id="{312DD7E1-4527-4B52-873C-CDE1394B5ECF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030951-0370-40CC-8B19-A4C86198AA35}"/>
                  </a:ext>
                </a:extLst>
              </p14:cNvPr>
              <p14:cNvContentPartPr/>
              <p14:nvPr/>
            </p14:nvContentPartPr>
            <p14:xfrm>
              <a:off x="723960" y="4749840"/>
              <a:ext cx="1536840" cy="576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030951-0370-40CC-8B19-A4C86198AA3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8120" y="4686480"/>
                <a:ext cx="156816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8923FF-D024-4F2F-80EA-93295EB09019}"/>
                  </a:ext>
                </a:extLst>
              </p14:cNvPr>
              <p14:cNvContentPartPr/>
              <p14:nvPr/>
            </p14:nvContentPartPr>
            <p14:xfrm>
              <a:off x="3790800" y="1244520"/>
              <a:ext cx="1334160" cy="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8923FF-D024-4F2F-80EA-93295EB09019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74960" y="1181160"/>
                <a:ext cx="1365480" cy="133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721B80CA-4728-4F18-A192-98914463EA78}"/>
                  </a:ext>
                </a:extLst>
              </p14:cNvPr>
              <p14:cNvContentPartPr/>
              <p14:nvPr/>
            </p14:nvContentPartPr>
            <p14:xfrm>
              <a:off x="4959360" y="1047600"/>
              <a:ext cx="241560" cy="33696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721B80CA-4728-4F18-A192-98914463EA78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4943520" y="984240"/>
                <a:ext cx="272880" cy="46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7E0F954A-C971-419E-878D-64FDEC4F56D2}"/>
                  </a:ext>
                </a:extLst>
              </p14:cNvPr>
              <p14:cNvContentPartPr/>
              <p14:nvPr/>
            </p14:nvContentPartPr>
            <p14:xfrm>
              <a:off x="11004480" y="1168560"/>
              <a:ext cx="819720" cy="3816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7E0F954A-C971-419E-878D-64FDEC4F56D2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0988640" y="1105200"/>
                <a:ext cx="85104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1BE3AEA3-A3D9-4C2B-8124-E2F998F3151D}"/>
                  </a:ext>
                </a:extLst>
              </p14:cNvPr>
              <p14:cNvContentPartPr/>
              <p14:nvPr/>
            </p14:nvContentPartPr>
            <p14:xfrm>
              <a:off x="11721960" y="1079640"/>
              <a:ext cx="216360" cy="393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1BE3AEA3-A3D9-4C2B-8124-E2F998F3151D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11706120" y="1016280"/>
                <a:ext cx="247680" cy="520560"/>
              </a:xfrm>
              <a:prstGeom prst="rect">
                <a:avLst/>
              </a:prstGeom>
            </p:spPr>
          </p:pic>
        </mc:Fallback>
      </mc:AlternateContent>
      <p:pic>
        <p:nvPicPr>
          <p:cNvPr id="20" name="Picture 19">
            <a:extLst>
              <a:ext uri="{FF2B5EF4-FFF2-40B4-BE49-F238E27FC236}">
                <a16:creationId xmlns:a16="http://schemas.microsoft.com/office/drawing/2014/main" id="{89D24E21-A34D-4B31-AFE5-9002904D752A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4194160" y="5274189"/>
            <a:ext cx="1578534" cy="342403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C6245BAD-15FF-41A5-A053-F3F2A2FA78DD}"/>
                  </a:ext>
                </a:extLst>
              </p14:cNvPr>
              <p14:cNvContentPartPr/>
              <p14:nvPr/>
            </p14:nvContentPartPr>
            <p14:xfrm>
              <a:off x="1143000" y="2755800"/>
              <a:ext cx="8052120" cy="210852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C6245BAD-15FF-41A5-A053-F3F2A2FA78D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33640" y="2746440"/>
                <a:ext cx="8070840" cy="2127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050174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D596A4-7120-4D56-A4B4-4D6156E9773D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521D1-E6A7-412E-A502-F571B085356C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BF9CF-F41D-403F-9D71-2CEAEDDC0108}"/>
              </a:ext>
            </a:extLst>
          </p:cNvPr>
          <p:cNvSpPr txBox="1"/>
          <p:nvPr/>
        </p:nvSpPr>
        <p:spPr>
          <a:xfrm>
            <a:off x="2135501" y="3869006"/>
            <a:ext cx="2040041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Create Folder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CBC98-BA33-4A20-A233-9962FF98DEE9}"/>
              </a:ext>
            </a:extLst>
          </p:cNvPr>
          <p:cNvSpPr txBox="1"/>
          <p:nvPr/>
        </p:nvSpPr>
        <p:spPr>
          <a:xfrm>
            <a:off x="6002160" y="2256920"/>
            <a:ext cx="219936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สำหรับ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template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ต้นแบบวัตถุ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E88032-610D-405F-8708-D3CF46EB76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6931" y="4493286"/>
            <a:ext cx="3476625" cy="101917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9F6E06B-B859-452C-9280-A02ED47B11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9156" y="3753677"/>
            <a:ext cx="914400" cy="838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336B48-8ACB-4163-B01B-049AF4B2BA4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66" t="-630" r="-1"/>
          <a:stretch/>
        </p:blipFill>
        <p:spPr>
          <a:xfrm>
            <a:off x="2092506" y="1418166"/>
            <a:ext cx="3621050" cy="1414927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2FFBD92-2350-4158-A867-2CEB467D2DCD}"/>
              </a:ext>
            </a:extLst>
          </p:cNvPr>
          <p:cNvSpPr txBox="1"/>
          <p:nvPr/>
        </p:nvSpPr>
        <p:spPr>
          <a:xfrm>
            <a:off x="1991075" y="1483330"/>
            <a:ext cx="2663656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Create Directory 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2C7F671-6BA2-41F6-8020-2884BC1F4670}"/>
              </a:ext>
            </a:extLst>
          </p:cNvPr>
          <p:cNvSpPr txBox="1"/>
          <p:nvPr/>
        </p:nvSpPr>
        <p:spPr>
          <a:xfrm>
            <a:off x="6146585" y="4545362"/>
            <a:ext cx="219936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สำหรับที่เก็บภาพตอน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save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FA633F1-0348-4AA6-9B69-D8E30BAF1C56}"/>
              </a:ext>
            </a:extLst>
          </p:cNvPr>
          <p:cNvCxnSpPr/>
          <p:nvPr/>
        </p:nvCxnSpPr>
        <p:spPr>
          <a:xfrm>
            <a:off x="1375955" y="3248297"/>
            <a:ext cx="8882742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336948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09B3B014-5BC6-414A-838C-06B50E3D3C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3047" y="910073"/>
            <a:ext cx="4419048" cy="402857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C5971D-9924-4E88-B14D-67CF87F5627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857"/>
          <a:stretch/>
        </p:blipFill>
        <p:spPr>
          <a:xfrm>
            <a:off x="3776798" y="2804160"/>
            <a:ext cx="8106217" cy="350261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595307A-A651-4185-B57E-047220EC040D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05EC651-67AD-4036-B1DB-91060C934E42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A263575-61E4-4BB0-A2AC-09F7191553BA}"/>
              </a:ext>
            </a:extLst>
          </p:cNvPr>
          <p:cNvSpPr/>
          <p:nvPr/>
        </p:nvSpPr>
        <p:spPr>
          <a:xfrm>
            <a:off x="4985946" y="1406350"/>
            <a:ext cx="1846217" cy="766354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Initialize_queue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3CD449B-0871-4528-BA22-BB0F6C7CEA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4645" y="969321"/>
            <a:ext cx="536313" cy="536313"/>
          </a:xfrm>
          <a:prstGeom prst="rect">
            <a:avLst/>
          </a:prstGeom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B9B511CB-9D25-412D-B58B-88F6C34F6DD3}"/>
              </a:ext>
            </a:extLst>
          </p:cNvPr>
          <p:cNvSpPr/>
          <p:nvPr/>
        </p:nvSpPr>
        <p:spPr>
          <a:xfrm>
            <a:off x="5909055" y="4555467"/>
            <a:ext cx="915569" cy="869497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8F89002A-6C64-4817-9B7A-730B749823F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0358"/>
          <a:stretch/>
        </p:blipFill>
        <p:spPr>
          <a:xfrm>
            <a:off x="9205739" y="969321"/>
            <a:ext cx="2916592" cy="1659607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533D7D1E-CB9D-4BBA-910B-E5C3E1E3F016}"/>
              </a:ext>
            </a:extLst>
          </p:cNvPr>
          <p:cNvSpPr/>
          <p:nvPr/>
        </p:nvSpPr>
        <p:spPr>
          <a:xfrm>
            <a:off x="9089890" y="1227284"/>
            <a:ext cx="915569" cy="869497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576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6E96683-9122-41F9-948C-F999C0AA4451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82994-0638-4332-91CE-DC4CC44CAAE0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AB8DB2C-C522-4BDB-8A2D-F40CE79C8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8746" y="1006952"/>
            <a:ext cx="3950611" cy="420603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32DB85-1166-470B-AD24-604049B1D6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7571" y="2394857"/>
            <a:ext cx="7125801" cy="388264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80BC449-B721-4531-9EC8-54ECC1D3E667}"/>
              </a:ext>
            </a:extLst>
          </p:cNvPr>
          <p:cNvSpPr/>
          <p:nvPr/>
        </p:nvSpPr>
        <p:spPr>
          <a:xfrm>
            <a:off x="4493510" y="1546315"/>
            <a:ext cx="1846217" cy="76635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dequeue_state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0825500-DFC6-40A2-9D80-1EEDF0E16E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8401" y="1130845"/>
            <a:ext cx="636433" cy="636433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3F498F69-1ABD-4E4C-B663-B3A00452B1E6}"/>
              </a:ext>
            </a:extLst>
          </p:cNvPr>
          <p:cNvSpPr/>
          <p:nvPr/>
        </p:nvSpPr>
        <p:spPr>
          <a:xfrm>
            <a:off x="9077451" y="4451439"/>
            <a:ext cx="915569" cy="869497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61CDC4C-51DB-4ADF-AA1D-74A27C6E3AF3}"/>
              </a:ext>
            </a:extLst>
          </p:cNvPr>
          <p:cNvSpPr/>
          <p:nvPr/>
        </p:nvSpPr>
        <p:spPr>
          <a:xfrm>
            <a:off x="6339727" y="4451438"/>
            <a:ext cx="915569" cy="869497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A629ADC-1E2B-4F2D-8489-A8EF2C99CCE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20358"/>
          <a:stretch/>
        </p:blipFill>
        <p:spPr>
          <a:xfrm>
            <a:off x="9275408" y="580495"/>
            <a:ext cx="2916592" cy="1659607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5BA890E2-3938-4464-A8C6-06C2D5BE50A6}"/>
              </a:ext>
            </a:extLst>
          </p:cNvPr>
          <p:cNvSpPr/>
          <p:nvPr/>
        </p:nvSpPr>
        <p:spPr>
          <a:xfrm>
            <a:off x="10593801" y="1565637"/>
            <a:ext cx="1598199" cy="766355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29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F721C8-E24F-4A1D-811F-65A4105D1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021" y="986790"/>
            <a:ext cx="3644858" cy="377679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0F1D51-1466-4B8D-B912-64EBA67296DD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DB0732-9227-4908-B37B-52873F5DF4FD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276C6E0-B5AB-419F-AAAF-4013044DBB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3487" y="2207286"/>
            <a:ext cx="6955835" cy="25563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DA46103F-E542-482B-A053-E65FA4391796}"/>
              </a:ext>
            </a:extLst>
          </p:cNvPr>
          <p:cNvSpPr/>
          <p:nvPr/>
        </p:nvSpPr>
        <p:spPr>
          <a:xfrm>
            <a:off x="4425278" y="1239631"/>
            <a:ext cx="1846217" cy="766354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enqueue_states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585AE52-8D54-4EE0-A024-038DC34C5D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9531" y="986790"/>
            <a:ext cx="558299" cy="55829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F7FC7F1-8A67-4D28-937B-FAD9F78884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08446" y="5016430"/>
            <a:ext cx="5723809" cy="1561905"/>
          </a:xfrm>
          <a:prstGeom prst="rect">
            <a:avLst/>
          </a:prstGeom>
        </p:spPr>
      </p:pic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E527D9C-A580-4A42-9C67-3DF450831617}"/>
              </a:ext>
            </a:extLst>
          </p:cNvPr>
          <p:cNvCxnSpPr>
            <a:cxnSpLocks/>
          </p:cNvCxnSpPr>
          <p:nvPr/>
        </p:nvCxnSpPr>
        <p:spPr>
          <a:xfrm flipH="1">
            <a:off x="4000729" y="3648891"/>
            <a:ext cx="982911" cy="1724298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72B96DBB-B4CF-4357-8B1E-48475B983C2B}"/>
              </a:ext>
            </a:extLst>
          </p:cNvPr>
          <p:cNvCxnSpPr>
            <a:cxnSpLocks/>
          </p:cNvCxnSpPr>
          <p:nvPr/>
        </p:nvCxnSpPr>
        <p:spPr>
          <a:xfrm flipH="1">
            <a:off x="5120640" y="4049486"/>
            <a:ext cx="757646" cy="1323703"/>
          </a:xfrm>
          <a:prstGeom prst="straightConnector1">
            <a:avLst/>
          </a:prstGeom>
          <a:ln w="28575">
            <a:solidFill>
              <a:srgbClr val="FF0000"/>
            </a:solidFill>
            <a:prstDash val="sys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730895D0-45D4-4600-AD43-F1A77E2FB69A}"/>
              </a:ext>
            </a:extLst>
          </p:cNvPr>
          <p:cNvSpPr/>
          <p:nvPr/>
        </p:nvSpPr>
        <p:spPr>
          <a:xfrm>
            <a:off x="8363348" y="2779394"/>
            <a:ext cx="915569" cy="869497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966E503-D201-4DC3-8215-9CE003222CF9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20358"/>
          <a:stretch/>
        </p:blipFill>
        <p:spPr>
          <a:xfrm>
            <a:off x="9278917" y="388906"/>
            <a:ext cx="2916592" cy="1659607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B0EC32EC-01DF-401A-A33E-1383173D47DE}"/>
              </a:ext>
            </a:extLst>
          </p:cNvPr>
          <p:cNvSpPr/>
          <p:nvPr/>
        </p:nvSpPr>
        <p:spPr>
          <a:xfrm>
            <a:off x="9982582" y="778734"/>
            <a:ext cx="776084" cy="766355"/>
          </a:xfrm>
          <a:prstGeom prst="ellipse">
            <a:avLst/>
          </a:prstGeom>
          <a:solidFill>
            <a:schemeClr val="tx2">
              <a:lumMod val="20000"/>
              <a:lumOff val="80000"/>
              <a:alpha val="2000"/>
            </a:schemeClr>
          </a:solidFill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7140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64EC8F2-987A-40D7-B10E-085AF29452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68690" y="2890837"/>
            <a:ext cx="914400" cy="1076325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D596A4-7120-4D56-A4B4-4D6156E9773D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521D1-E6A7-412E-A502-F571B085356C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6635BEE-B38C-432C-A2BA-FAD4C42852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9585" y="1579252"/>
            <a:ext cx="6688244" cy="4637293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A7E7BCF5-8D26-485D-9D19-BDB39267B36C}"/>
              </a:ext>
            </a:extLst>
          </p:cNvPr>
          <p:cNvSpPr/>
          <p:nvPr/>
        </p:nvSpPr>
        <p:spPr>
          <a:xfrm>
            <a:off x="2264171" y="3163848"/>
            <a:ext cx="592180" cy="5847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4BF4C67-4A67-4BC9-8FF7-58BC5A9F20B3}"/>
              </a:ext>
            </a:extLst>
          </p:cNvPr>
          <p:cNvSpPr/>
          <p:nvPr/>
        </p:nvSpPr>
        <p:spPr>
          <a:xfrm>
            <a:off x="3239585" y="2290354"/>
            <a:ext cx="2673535" cy="452846"/>
          </a:xfrm>
          <a:prstGeom prst="ellipse">
            <a:avLst/>
          </a:prstGeom>
          <a:noFill/>
          <a:ln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0CBC98-BA33-4A20-A233-9962FF98DEE9}"/>
              </a:ext>
            </a:extLst>
          </p:cNvPr>
          <p:cNvSpPr txBox="1"/>
          <p:nvPr/>
        </p:nvSpPr>
        <p:spPr>
          <a:xfrm>
            <a:off x="5913120" y="2378277"/>
            <a:ext cx="2199361" cy="27699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เลือก </a:t>
            </a:r>
            <a:r>
              <a:rPr lang="en-US" sz="1200" dirty="0">
                <a:latin typeface="Prompt" panose="00000500000000000000" pitchFamily="2" charset="-34"/>
                <a:cs typeface="Prompt" panose="00000500000000000000" pitchFamily="2" charset="-34"/>
              </a:rPr>
              <a:t>Camera </a:t>
            </a:r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ที่ใช้งานได้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BF9CF-F41D-403F-9D71-2CEAEDDC0108}"/>
              </a:ext>
            </a:extLst>
          </p:cNvPr>
          <p:cNvSpPr txBox="1"/>
          <p:nvPr/>
        </p:nvSpPr>
        <p:spPr>
          <a:xfrm>
            <a:off x="447984" y="1172538"/>
            <a:ext cx="267353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Vision Acquisition</a:t>
            </a:r>
          </a:p>
        </p:txBody>
      </p:sp>
    </p:spTree>
    <p:extLst>
      <p:ext uri="{BB962C8B-B14F-4D97-AF65-F5344CB8AC3E}">
        <p14:creationId xmlns:p14="http://schemas.microsoft.com/office/powerpoint/2010/main" val="34913202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3D596A4-7120-4D56-A4B4-4D6156E9773D}"/>
              </a:ext>
            </a:extLst>
          </p:cNvPr>
          <p:cNvSpPr txBox="1"/>
          <p:nvPr/>
        </p:nvSpPr>
        <p:spPr>
          <a:xfrm>
            <a:off x="248117" y="238195"/>
            <a:ext cx="8957622" cy="58477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th-TH" sz="3200" dirty="0">
                <a:latin typeface="Prompt" panose="00000500000000000000" pitchFamily="2" charset="-34"/>
                <a:cs typeface="Prompt" panose="00000500000000000000" pitchFamily="2" charset="-34"/>
              </a:rPr>
              <a:t>โครงสร้างระบบ </a:t>
            </a:r>
            <a:r>
              <a:rPr lang="en-US" sz="3200" dirty="0">
                <a:latin typeface="Prompt" panose="00000500000000000000" pitchFamily="2" charset="-34"/>
                <a:cs typeface="Prompt" panose="00000500000000000000" pitchFamily="2" charset="-34"/>
              </a:rPr>
              <a:t>Queue SM / Vision Project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39521D1-E6A7-412E-A502-F571B085356C}"/>
              </a:ext>
            </a:extLst>
          </p:cNvPr>
          <p:cNvSpPr txBox="1"/>
          <p:nvPr/>
        </p:nvSpPr>
        <p:spPr>
          <a:xfrm>
            <a:off x="195670" y="6277505"/>
            <a:ext cx="2782659" cy="26161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100" dirty="0">
                <a:latin typeface="Prompt" panose="00000500000000000000" pitchFamily="2" charset="-34"/>
                <a:cs typeface="Prompt" panose="00000500000000000000" pitchFamily="2" charset="-34"/>
              </a:rPr>
              <a:t> NATTAPHOL (LINE: thaitechzone) 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A7E7BCF5-8D26-485D-9D19-BDB39267B36C}"/>
              </a:ext>
            </a:extLst>
          </p:cNvPr>
          <p:cNvSpPr/>
          <p:nvPr/>
        </p:nvSpPr>
        <p:spPr>
          <a:xfrm>
            <a:off x="2264171" y="3163848"/>
            <a:ext cx="592180" cy="584775"/>
          </a:xfrm>
          <a:prstGeom prst="right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CBF9CF-F41D-403F-9D71-2CEAEDDC0108}"/>
              </a:ext>
            </a:extLst>
          </p:cNvPr>
          <p:cNvSpPr txBox="1"/>
          <p:nvPr/>
        </p:nvSpPr>
        <p:spPr>
          <a:xfrm>
            <a:off x="528988" y="1706485"/>
            <a:ext cx="2673535" cy="36933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dirty="0">
                <a:latin typeface="Prompt" panose="00000500000000000000" pitchFamily="2" charset="-34"/>
                <a:cs typeface="Prompt" panose="00000500000000000000" pitchFamily="2" charset="-34"/>
              </a:rPr>
              <a:t>Vision Assistant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9B23D-C589-4FCB-B1FD-31B895BE86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3986" y="2989510"/>
            <a:ext cx="914400" cy="93345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6C4EB4B-BBD7-48D4-A68B-3F4B74DD83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8696" y="1256850"/>
            <a:ext cx="7258642" cy="498354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140CBC98-BA33-4A20-A233-9962FF98DEE9}"/>
              </a:ext>
            </a:extLst>
          </p:cNvPr>
          <p:cNvSpPr txBox="1"/>
          <p:nvPr/>
        </p:nvSpPr>
        <p:spPr>
          <a:xfrm>
            <a:off x="9707657" y="5139485"/>
            <a:ext cx="2199361" cy="4616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th-TH" sz="1200" dirty="0">
                <a:latin typeface="Prompt" panose="00000500000000000000" pitchFamily="2" charset="-34"/>
                <a:cs typeface="Prompt" panose="00000500000000000000" pitchFamily="2" charset="-34"/>
              </a:rPr>
              <a:t>เขียนโปรแกรมส่วนนี้ตามต้องการ</a:t>
            </a:r>
            <a:endParaRPr lang="en-US" sz="1200" dirty="0">
              <a:latin typeface="Prompt" panose="00000500000000000000" pitchFamily="2" charset="-34"/>
              <a:cs typeface="Prompt" panose="00000500000000000000" pitchFamily="2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2486774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305</Words>
  <Application>Microsoft Office PowerPoint</Application>
  <PresentationFormat>Widescreen</PresentationFormat>
  <Paragraphs>75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Prompt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Nattaphol Jasungnuen</dc:creator>
  <cp:lastModifiedBy>Nattaphol Jasungnuen</cp:lastModifiedBy>
  <cp:revision>19</cp:revision>
  <cp:lastPrinted>2024-04-25T12:35:57Z</cp:lastPrinted>
  <dcterms:created xsi:type="dcterms:W3CDTF">2024-04-25T11:06:13Z</dcterms:created>
  <dcterms:modified xsi:type="dcterms:W3CDTF">2024-04-25T16:02:15Z</dcterms:modified>
</cp:coreProperties>
</file>